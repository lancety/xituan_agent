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870" r:id="rId4"/>
  </p:sldMasterIdLst>
  <p:notesMasterIdLst>
    <p:notesMasterId r:id="rId6"/>
  </p:notesMasterIdLst>
  <p:handoutMasterIdLst>
    <p:handoutMasterId r:id="rId7"/>
  </p:handoutMasterIdLst>
  <p:sldIdLst>
    <p:sldId id="2145708456" r:id="rId5"/>
  </p:sldIdLst>
  <p:sldSz cx="9144000" cy="5143500" type="screen16x9"/>
  <p:notesSz cx="6858000" cy="9144000"/>
  <p:embeddedFontLst>
    <p:embeddedFont>
      <p:font typeface="AP Type Pro Display Medium" panose="020B0604020202020204" charset="0"/>
      <p:regular r:id="rId8"/>
      <p:italic r:id="rId9"/>
    </p:embeddedFont>
    <p:embeddedFont>
      <p:font typeface="AP Type Pro Text" panose="020B0604020202020204" charset="0"/>
      <p:regular r:id="rId10"/>
      <p:bold r:id="rId11"/>
      <p:italic r:id="rId12"/>
      <p:boldItalic r:id="rId13"/>
    </p:embeddedFont>
    <p:embeddedFont>
      <p:font typeface="AP Type Pro Text Light" panose="020B0604020202020204" charset="0"/>
      <p:regular r:id="rId14"/>
      <p:italic r:id="rId15"/>
    </p:embeddedFont>
  </p:embeddedFontLst>
  <p:custDataLst>
    <p:tags r:id="rId16"/>
  </p:custDataLst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B9CE92C-75E9-4D87-82D5-9D641D8EBC80}">
          <p14:sldIdLst>
            <p14:sldId id="2145708456"/>
          </p14:sldIdLst>
        </p14:section>
      </p14:sectionLst>
    </p:ext>
    <p:ext uri="{EFAFB233-063F-42B5-8137-9DF3F51BA10A}">
      <p15:sldGuideLst xmlns:p15="http://schemas.microsoft.com/office/powerpoint/2012/main">
        <p15:guide id="1" pos="5488" userDrawn="1">
          <p15:clr>
            <a:srgbClr val="A4A3A4"/>
          </p15:clr>
        </p15:guide>
        <p15:guide id="2" orient="horz" pos="16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40BC801-6A31-29D3-8CB8-201AE5BBABD8}" name="Mizrahi, Susan" initials="MS" userId="S::susan.mizrahi@auspost.com.au::e65c8542-c102-41e8-9b0b-4eb254e5737d" providerId="AD"/>
  <p188:author id="{E8549F24-F69A-97BF-9F2D-D7B354EC3E99}" name="Ozzy" initials="O" userId="S::ozzy@pdcoaus.onmicrosoft.com::c9ccd6e2-021d-499e-a1b5-6a08ba9676c5" providerId="AD"/>
  <p188:author id="{0D2A462C-A2CE-5937-BD9F-F40BE968FA0F}" name="Smith, Melanie" initials="SM" userId="S::melanie.smith@auspost.com.au::41d575d5-550a-42d0-b113-420d8c62efcc" providerId="AD"/>
  <p188:author id="{4A228E3E-36CB-0DAA-AFD4-4E6412767324}" name="Garretto, Vanessa" initials="GV" userId="S::Vanessa.Garretto@auspost.com.au::44840c3d-f120-4243-ac0e-2dc5ae455b9f" providerId="AD"/>
  <p188:author id="{E2558745-922F-DDBE-1CB5-460E7FDF4D6D}" name="Garretto, Vanessa" initials="GV" userId="S::vanessa.garretto@auspost.com.au::44840c3d-f120-4243-ac0e-2dc5ae455b9f" providerId="AD"/>
  <p188:author id="{DD5C5B4E-4D1F-F44A-3F63-5CC02C7CA98D}" name="Agung" initials="A" userId="S::agung@pdcoaus.onmicrosoft.com::80aa2c1a-715e-4eb0-9615-217e0923e8ee" providerId="AD"/>
  <p188:author id="{D9D12C5A-2F25-8CD5-9608-E45DFC07CBC5}" name="Megan Blandford" initials="MB" userId="df70004681024c06" providerId="Windows Live"/>
  <p188:author id="{DE82FF61-F93F-DD46-1249-640FABA2415E}" name="Mizrahi, Susan" initials="MS" userId="S::Susan.Mizrahi@auspost.com.au::e65c8542-c102-41e8-9b0b-4eb254e5737d" providerId="AD"/>
  <p188:author id="{4421F462-2B8E-B056-3D54-C560EA08B767}" name="Jones, Edward" initials="JE" userId="S::Edward.Jones@auspost.com.au::ac004f95-f766-4caa-a128-93630b1458d2" providerId="AD"/>
  <p188:author id="{4E0D1265-D408-6950-9416-EBA7166D1A85}" name="Rakhi Ahamed" initials="RA" userId="9aab8437fae0a74f" providerId="Windows Live"/>
  <p188:author id="{2C79346E-EBB9-8130-5355-1CAAD8785635}" name="Mel Dale" initials="MD" userId="9a42c18b096e9ea4" providerId="Windows Live"/>
  <p188:author id="{59A502B1-1B9B-2558-84A5-99D338BE3C0B}" name="Diva" initials="DA" userId="S::diva@pdcoaus.onmicrosoft.com::7acc395a-fb4b-486d-81c2-1139e32885c5" providerId="AD"/>
  <p188:author id="{90D347C2-6490-94B6-41C2-6A421CC45E9E}" name="HUNT, Elissa" initials="HE" userId="S::elissa.hunt2@auspost.com.au::1ffe6c2e-d313-45cc-b83c-078f278efbd7" providerId="AD"/>
  <p188:author id="{C7D907CD-B66A-6EE5-5300-ADED8DA2B33F}" name="Rakhi Ahamed" initials="RA" userId="S::rakhi@pdcoaus.onmicrosoft.com::d0b39763-2f11-4363-a9bf-afa0def5a757" providerId="AD"/>
  <p188:author id="{2D3056CD-A82C-DA5B-791C-845EFE253708}" name="THOMPSON, Lauren" initials="TL" userId="S::lauren.thompson12@auspost.com.au::4cee4589-44b0-4317-b2e8-edce53bff84c" providerId="AD"/>
  <p188:author id="{78D12CD5-F279-8266-C663-35C2B3346B32}" name="Yip, Rose" initials="YR" userId="S::rose.yip@auspost.com.au::c8b2182d-ea89-4f4f-a028-89ad78baec4b" providerId="AD"/>
  <p188:author id="{F430A0F8-C1E1-DA44-129E-FD0AC887E7F3}" name="Pinto, Ricardo" initials="PR" userId="S::ricardo.pinto@auspost.com.au::76442169-5173-45d7-9477-aa105570a83a" providerId="AD"/>
  <p188:author id="{B74AE0FC-0D51-6B3A-1DEC-F6984E50D887}" name="megan.blandford@teamcontent.com.au" initials="me" userId="S::urn:spo:guest#megan.blandford@teamcontent.com.au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Beames, Jemma" initials="BJ" lastIdx="4" clrIdx="6">
    <p:extLst>
      <p:ext uri="{19B8F6BF-5375-455C-9EA6-DF929625EA0E}">
        <p15:presenceInfo xmlns:p15="http://schemas.microsoft.com/office/powerpoint/2012/main" userId="S::jemma.beames2@auspost.com.au::cf3f72c8-e5b9-4b66-9117-ca31d94af77c" providerId="AD"/>
      </p:ext>
    </p:extLst>
  </p:cmAuthor>
  <p:cmAuthor id="1" name="Kenter, Melanie" initials="KM" lastIdx="38" clrIdx="0">
    <p:extLst>
      <p:ext uri="{19B8F6BF-5375-455C-9EA6-DF929625EA0E}">
        <p15:presenceInfo xmlns:p15="http://schemas.microsoft.com/office/powerpoint/2012/main" userId="S-1-5-21-1180215258-1245495168-2674767837-23597" providerId="AD"/>
      </p:ext>
    </p:extLst>
  </p:cmAuthor>
  <p:cmAuthor id="8" name="Yip, Rose" initials="YR" lastIdx="9" clrIdx="7">
    <p:extLst>
      <p:ext uri="{19B8F6BF-5375-455C-9EA6-DF929625EA0E}">
        <p15:presenceInfo xmlns:p15="http://schemas.microsoft.com/office/powerpoint/2012/main" userId="S::rose.yip@auspost.com.au::c8b2182d-ea89-4f4f-a028-89ad78baec4b" providerId="AD"/>
      </p:ext>
    </p:extLst>
  </p:cmAuthor>
  <p:cmAuthor id="2" name="Evans, Tegan" initials="ET" lastIdx="2" clrIdx="1">
    <p:extLst>
      <p:ext uri="{19B8F6BF-5375-455C-9EA6-DF929625EA0E}">
        <p15:presenceInfo xmlns:p15="http://schemas.microsoft.com/office/powerpoint/2012/main" userId="S-1-5-21-1180215258-1245495168-2674767837-252796" providerId="AD"/>
      </p:ext>
    </p:extLst>
  </p:cmAuthor>
  <p:cmAuthor id="9" name="YU, Shirley" initials="YS" lastIdx="1" clrIdx="8">
    <p:extLst>
      <p:ext uri="{19B8F6BF-5375-455C-9EA6-DF929625EA0E}">
        <p15:presenceInfo xmlns:p15="http://schemas.microsoft.com/office/powerpoint/2012/main" userId="S::shirley.yu5@auspost.com.au::12f7b66d-bba1-4738-803c-74388a2ddd44" providerId="AD"/>
      </p:ext>
    </p:extLst>
  </p:cmAuthor>
  <p:cmAuthor id="3" name="Evans, Tegan" initials="ET [2]" lastIdx="6" clrIdx="2">
    <p:extLst>
      <p:ext uri="{19B8F6BF-5375-455C-9EA6-DF929625EA0E}">
        <p15:presenceInfo xmlns:p15="http://schemas.microsoft.com/office/powerpoint/2012/main" userId="S::tegan.evans@auspost.com.au::a5afa6d0-b7d6-4683-b2a1-9ad3c773c8bb" providerId="AD"/>
      </p:ext>
    </p:extLst>
  </p:cmAuthor>
  <p:cmAuthor id="4" name="Kardamitsis, Angela" initials="KA" lastIdx="1" clrIdx="3">
    <p:extLst>
      <p:ext uri="{19B8F6BF-5375-455C-9EA6-DF929625EA0E}">
        <p15:presenceInfo xmlns:p15="http://schemas.microsoft.com/office/powerpoint/2012/main" userId="S::angela.kardamitsis@auspost.com.au::cea8701a-ab50-473f-a01c-3119a31ee80b" providerId="AD"/>
      </p:ext>
    </p:extLst>
  </p:cmAuthor>
  <p:cmAuthor id="5" name="Garretto, Vanessa" initials="GV" lastIdx="21" clrIdx="4">
    <p:extLst>
      <p:ext uri="{19B8F6BF-5375-455C-9EA6-DF929625EA0E}">
        <p15:presenceInfo xmlns:p15="http://schemas.microsoft.com/office/powerpoint/2012/main" userId="S::vanessa.garretto@auspost.com.au::44840c3d-f120-4243-ac0e-2dc5ae455b9f" providerId="AD"/>
      </p:ext>
    </p:extLst>
  </p:cmAuthor>
  <p:cmAuthor id="6" name="Jones, Edward" initials="JE" lastIdx="8" clrIdx="5">
    <p:extLst>
      <p:ext uri="{19B8F6BF-5375-455C-9EA6-DF929625EA0E}">
        <p15:presenceInfo xmlns:p15="http://schemas.microsoft.com/office/powerpoint/2012/main" userId="S::Edward.Jones@auspost.com.au::ac004f95-f766-4caa-a128-93630b1458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0D2B"/>
    <a:srgbClr val="F1F1F3"/>
    <a:srgbClr val="DC1928"/>
    <a:srgbClr val="FFA929"/>
    <a:srgbClr val="ED8C93"/>
    <a:srgbClr val="003359"/>
    <a:srgbClr val="FFFFFF"/>
    <a:srgbClr val="000000"/>
    <a:srgbClr val="D6F2EC"/>
    <a:srgbClr val="B8E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pos="5488"/>
        <p:guide orient="horz" pos="16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customXml" Target="../customXml/item4.xml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microsoft.com/office/2018/10/relationships/authors" Target="authors.xml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Lauren" userId="S::lauren.thompson12@auspost.com.au::4cee4589-44b0-4317-b2e8-edce53bff84c" providerId="AD" clId="Web-{BD82B718-576C-8011-058A-FA820F0C9993}"/>
    <pc:docChg chg="modSld">
      <pc:chgData name="THOMPSON, Lauren" userId="S::lauren.thompson12@auspost.com.au::4cee4589-44b0-4317-b2e8-edce53bff84c" providerId="AD" clId="Web-{BD82B718-576C-8011-058A-FA820F0C9993}" dt="2023-11-16T05:30:27.895" v="19"/>
      <pc:docMkLst>
        <pc:docMk/>
      </pc:docMkLst>
      <pc:sldChg chg="addSp delSp modSp">
        <pc:chgData name="THOMPSON, Lauren" userId="S::lauren.thompson12@auspost.com.au::4cee4589-44b0-4317-b2e8-edce53bff84c" providerId="AD" clId="Web-{BD82B718-576C-8011-058A-FA820F0C9993}" dt="2023-11-16T05:30:27.895" v="19"/>
        <pc:sldMkLst>
          <pc:docMk/>
          <pc:sldMk cId="1614212006" sldId="2145708481"/>
        </pc:sldMkLst>
        <pc:spChg chg="del">
          <ac:chgData name="THOMPSON, Lauren" userId="S::lauren.thompson12@auspost.com.au::4cee4589-44b0-4317-b2e8-edce53bff84c" providerId="AD" clId="Web-{BD82B718-576C-8011-058A-FA820F0C9993}" dt="2023-11-16T05:29:50.816" v="1"/>
          <ac:spMkLst>
            <pc:docMk/>
            <pc:sldMk cId="1614212006" sldId="2145708481"/>
            <ac:spMk id="13" creationId="{4FC4D63A-7853-8616-E3CC-AB56F804D453}"/>
          </ac:spMkLst>
        </pc:spChg>
        <pc:spChg chg="add del">
          <ac:chgData name="THOMPSON, Lauren" userId="S::lauren.thompson12@auspost.com.au::4cee4589-44b0-4317-b2e8-edce53bff84c" providerId="AD" clId="Web-{BD82B718-576C-8011-058A-FA820F0C9993}" dt="2023-11-16T05:30:16.770" v="9"/>
          <ac:spMkLst>
            <pc:docMk/>
            <pc:sldMk cId="1614212006" sldId="2145708481"/>
            <ac:spMk id="14" creationId="{D3751597-938D-1247-C6C9-77257A4CF98A}"/>
          </ac:spMkLst>
        </pc:spChg>
        <pc:spChg chg="add del">
          <ac:chgData name="THOMPSON, Lauren" userId="S::lauren.thompson12@auspost.com.au::4cee4589-44b0-4317-b2e8-edce53bff84c" providerId="AD" clId="Web-{BD82B718-576C-8011-058A-FA820F0C9993}" dt="2023-11-16T05:30:24.004" v="16"/>
          <ac:spMkLst>
            <pc:docMk/>
            <pc:sldMk cId="1614212006" sldId="2145708481"/>
            <ac:spMk id="20" creationId="{D185F4B8-02A3-8F58-0D88-39AB9A1EDB9A}"/>
          </ac:spMkLst>
        </pc:spChg>
        <pc:spChg chg="add">
          <ac:chgData name="THOMPSON, Lauren" userId="S::lauren.thompson12@auspost.com.au::4cee4589-44b0-4317-b2e8-edce53bff84c" providerId="AD" clId="Web-{BD82B718-576C-8011-058A-FA820F0C9993}" dt="2023-11-16T05:30:27.036" v="17"/>
          <ac:spMkLst>
            <pc:docMk/>
            <pc:sldMk cId="1614212006" sldId="2145708481"/>
            <ac:spMk id="26" creationId="{A5DCE5F8-1522-463C-B46F-6774C65133D7}"/>
          </ac:spMkLst>
        </pc:spChg>
        <pc:picChg chg="add del mod">
          <ac:chgData name="THOMPSON, Lauren" userId="S::lauren.thompson12@auspost.com.au::4cee4589-44b0-4317-b2e8-edce53bff84c" providerId="AD" clId="Web-{BD82B718-576C-8011-058A-FA820F0C9993}" dt="2023-11-16T05:30:19.332" v="10"/>
          <ac:picMkLst>
            <pc:docMk/>
            <pc:sldMk cId="1614212006" sldId="2145708481"/>
            <ac:picMk id="6" creationId="{6DFBC3BB-7392-1C15-4490-26DD97A476BF}"/>
          </ac:picMkLst>
        </pc:picChg>
        <pc:picChg chg="add del">
          <ac:chgData name="THOMPSON, Lauren" userId="S::lauren.thompson12@auspost.com.au::4cee4589-44b0-4317-b2e8-edce53bff84c" providerId="AD" clId="Web-{BD82B718-576C-8011-058A-FA820F0C9993}" dt="2023-11-16T05:30:16.770" v="8"/>
          <ac:picMkLst>
            <pc:docMk/>
            <pc:sldMk cId="1614212006" sldId="2145708481"/>
            <ac:picMk id="16" creationId="{36291629-1C4A-E5CA-2FDA-B361ABCA4309}"/>
          </ac:picMkLst>
        </pc:picChg>
        <pc:picChg chg="add del">
          <ac:chgData name="THOMPSON, Lauren" userId="S::lauren.thompson12@auspost.com.au::4cee4589-44b0-4317-b2e8-edce53bff84c" providerId="AD" clId="Web-{BD82B718-576C-8011-058A-FA820F0C9993}" dt="2023-11-16T05:30:16.770" v="7"/>
          <ac:picMkLst>
            <pc:docMk/>
            <pc:sldMk cId="1614212006" sldId="2145708481"/>
            <ac:picMk id="18" creationId="{C06AB3BD-58CA-C9D2-BFDE-EAD6F9E6C057}"/>
          </ac:picMkLst>
        </pc:picChg>
        <pc:picChg chg="add del">
          <ac:chgData name="THOMPSON, Lauren" userId="S::lauren.thompson12@auspost.com.au::4cee4589-44b0-4317-b2e8-edce53bff84c" providerId="AD" clId="Web-{BD82B718-576C-8011-058A-FA820F0C9993}" dt="2023-11-16T05:30:24.004" v="15"/>
          <ac:picMkLst>
            <pc:docMk/>
            <pc:sldMk cId="1614212006" sldId="2145708481"/>
            <ac:picMk id="22" creationId="{A9ADCDF0-B368-6B92-237F-99E7E1917519}"/>
          </ac:picMkLst>
        </pc:picChg>
        <pc:picChg chg="add del">
          <ac:chgData name="THOMPSON, Lauren" userId="S::lauren.thompson12@auspost.com.au::4cee4589-44b0-4317-b2e8-edce53bff84c" providerId="AD" clId="Web-{BD82B718-576C-8011-058A-FA820F0C9993}" dt="2023-11-16T05:30:24.004" v="14"/>
          <ac:picMkLst>
            <pc:docMk/>
            <pc:sldMk cId="1614212006" sldId="2145708481"/>
            <ac:picMk id="24" creationId="{585B8A16-81A8-8276-6ABF-D37A02B62F3A}"/>
          </ac:picMkLst>
        </pc:picChg>
        <pc:picChg chg="add">
          <ac:chgData name="THOMPSON, Lauren" userId="S::lauren.thompson12@auspost.com.au::4cee4589-44b0-4317-b2e8-edce53bff84c" providerId="AD" clId="Web-{BD82B718-576C-8011-058A-FA820F0C9993}" dt="2023-11-16T05:30:27.411" v="18"/>
          <ac:picMkLst>
            <pc:docMk/>
            <pc:sldMk cId="1614212006" sldId="2145708481"/>
            <ac:picMk id="28" creationId="{F2B2968F-8F98-DFC6-42F4-0885CFD99509}"/>
          </ac:picMkLst>
        </pc:picChg>
        <pc:picChg chg="del">
          <ac:chgData name="THOMPSON, Lauren" userId="S::lauren.thompson12@auspost.com.au::4cee4589-44b0-4317-b2e8-edce53bff84c" providerId="AD" clId="Web-{BD82B718-576C-8011-058A-FA820F0C9993}" dt="2023-11-16T05:29:49.253" v="0"/>
          <ac:picMkLst>
            <pc:docMk/>
            <pc:sldMk cId="1614212006" sldId="2145708481"/>
            <ac:picMk id="30" creationId="{9F916C82-6AA6-596C-8255-408414528799}"/>
          </ac:picMkLst>
        </pc:picChg>
        <pc:picChg chg="add">
          <ac:chgData name="THOMPSON, Lauren" userId="S::lauren.thompson12@auspost.com.au::4cee4589-44b0-4317-b2e8-edce53bff84c" providerId="AD" clId="Web-{BD82B718-576C-8011-058A-FA820F0C9993}" dt="2023-11-16T05:30:27.895" v="19"/>
          <ac:picMkLst>
            <pc:docMk/>
            <pc:sldMk cId="1614212006" sldId="2145708481"/>
            <ac:picMk id="31" creationId="{C9B8EBBB-24C9-2ACB-A3CF-DA976EF7549F}"/>
          </ac:picMkLst>
        </pc:picChg>
      </pc:sldChg>
    </pc:docChg>
  </pc:docChgLst>
  <pc:docChgLst>
    <pc:chgData name="Collins, Vanessa" userId="8adddb3a-1604-4b83-94b3-968c3e7f43d5" providerId="ADAL" clId="{8341B30A-4C8C-4B88-8327-EDEA5B3038EC}"/>
    <pc:docChg chg="delSld delMainMaster modSection">
      <pc:chgData name="Collins, Vanessa" userId="8adddb3a-1604-4b83-94b3-968c3e7f43d5" providerId="ADAL" clId="{8341B30A-4C8C-4B88-8327-EDEA5B3038EC}" dt="2023-11-24T01:44:20.530" v="0" actId="47"/>
      <pc:docMkLst>
        <pc:docMk/>
      </pc:docMkLst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1341940813" sldId="2145708459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1389655058" sldId="2145708462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1614212006" sldId="2145708481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2462175889" sldId="2145708485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692078935" sldId="2145708494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2973055745" sldId="2145708497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3309308165" sldId="2145708499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4086987304" sldId="2145708500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1493532693" sldId="2145708501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1303677672" sldId="2145708505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3900711937" sldId="2145708506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11056760" sldId="2145708509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3348488383" sldId="2145708510"/>
        </pc:sldMkLst>
      </pc:sldChg>
      <pc:sldChg chg="del">
        <pc:chgData name="Collins, Vanessa" userId="8adddb3a-1604-4b83-94b3-968c3e7f43d5" providerId="ADAL" clId="{8341B30A-4C8C-4B88-8327-EDEA5B3038EC}" dt="2023-11-24T01:44:20.530" v="0" actId="47"/>
        <pc:sldMkLst>
          <pc:docMk/>
          <pc:sldMk cId="887409857" sldId="2145708511"/>
        </pc:sldMkLst>
      </pc:sldChg>
      <pc:sldMasterChg chg="del delSldLayout">
        <pc:chgData name="Collins, Vanessa" userId="8adddb3a-1604-4b83-94b3-968c3e7f43d5" providerId="ADAL" clId="{8341B30A-4C8C-4B88-8327-EDEA5B3038EC}" dt="2023-11-24T01:44:20.530" v="0" actId="47"/>
        <pc:sldMasterMkLst>
          <pc:docMk/>
          <pc:sldMasterMk cId="3877954522" sldId="2147484188"/>
        </pc:sldMasterMkLst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3547853907" sldId="2147484189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3533209113" sldId="2147484190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298278241" sldId="2147484191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835853863" sldId="2147484192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3685133690" sldId="2147484193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916944086" sldId="2147484194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3992735452" sldId="2147484195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3853985445" sldId="2147484196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2309992619" sldId="2147484197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4285192700" sldId="2147484198"/>
          </pc:sldLayoutMkLst>
        </pc:sldLayoutChg>
        <pc:sldLayoutChg chg="del">
          <pc:chgData name="Collins, Vanessa" userId="8adddb3a-1604-4b83-94b3-968c3e7f43d5" providerId="ADAL" clId="{8341B30A-4C8C-4B88-8327-EDEA5B3038EC}" dt="2023-11-24T01:44:20.530" v="0" actId="47"/>
          <pc:sldLayoutMkLst>
            <pc:docMk/>
            <pc:sldMasterMk cId="3877954522" sldId="2147484188"/>
            <pc:sldLayoutMk cId="1016155305" sldId="2147484199"/>
          </pc:sldLayoutMkLst>
        </pc:sldLayoutChg>
      </pc:sldMasterChg>
    </pc:docChg>
  </pc:docChgLst>
  <pc:docChgLst>
    <pc:chgData name="THOMPSON, Lauren" userId="4cee4589-44b0-4317-b2e8-edce53bff84c" providerId="ADAL" clId="{FFA3A1E0-196D-4A8E-8E28-3275FE235D22}"/>
    <pc:docChg chg="undo custSel modSld">
      <pc:chgData name="THOMPSON, Lauren" userId="4cee4589-44b0-4317-b2e8-edce53bff84c" providerId="ADAL" clId="{FFA3A1E0-196D-4A8E-8E28-3275FE235D22}" dt="2023-11-16T05:08:00.645" v="725" actId="20577"/>
      <pc:docMkLst>
        <pc:docMk/>
      </pc:docMkLst>
      <pc:sldChg chg="modSp mod">
        <pc:chgData name="THOMPSON, Lauren" userId="4cee4589-44b0-4317-b2e8-edce53bff84c" providerId="ADAL" clId="{FFA3A1E0-196D-4A8E-8E28-3275FE235D22}" dt="2023-11-16T04:34:47.913" v="609" actId="20577"/>
        <pc:sldMkLst>
          <pc:docMk/>
          <pc:sldMk cId="1389655058" sldId="2145708462"/>
        </pc:sldMkLst>
        <pc:spChg chg="mod">
          <ac:chgData name="THOMPSON, Lauren" userId="4cee4589-44b0-4317-b2e8-edce53bff84c" providerId="ADAL" clId="{FFA3A1E0-196D-4A8E-8E28-3275FE235D22}" dt="2023-11-16T04:34:47.913" v="609" actId="20577"/>
          <ac:spMkLst>
            <pc:docMk/>
            <pc:sldMk cId="1389655058" sldId="2145708462"/>
            <ac:spMk id="7" creationId="{75664F55-96E1-8B16-B8D8-E3D9DDC0C976}"/>
          </ac:spMkLst>
        </pc:spChg>
      </pc:sldChg>
      <pc:sldChg chg="modSp mod">
        <pc:chgData name="THOMPSON, Lauren" userId="4cee4589-44b0-4317-b2e8-edce53bff84c" providerId="ADAL" clId="{FFA3A1E0-196D-4A8E-8E28-3275FE235D22}" dt="2023-11-16T01:47:28.569" v="244"/>
        <pc:sldMkLst>
          <pc:docMk/>
          <pc:sldMk cId="2462175889" sldId="2145708485"/>
        </pc:sldMkLst>
        <pc:spChg chg="mod">
          <ac:chgData name="THOMPSON, Lauren" userId="4cee4589-44b0-4317-b2e8-edce53bff84c" providerId="ADAL" clId="{FFA3A1E0-196D-4A8E-8E28-3275FE235D22}" dt="2023-11-16T01:47:28.569" v="244"/>
          <ac:spMkLst>
            <pc:docMk/>
            <pc:sldMk cId="2462175889" sldId="2145708485"/>
            <ac:spMk id="2" creationId="{C5B08AC9-5C6E-3BDC-9987-0A9446B49023}"/>
          </ac:spMkLst>
        </pc:spChg>
        <pc:spChg chg="mod">
          <ac:chgData name="THOMPSON, Lauren" userId="4cee4589-44b0-4317-b2e8-edce53bff84c" providerId="ADAL" clId="{FFA3A1E0-196D-4A8E-8E28-3275FE235D22}" dt="2023-11-16T00:46:44.860" v="110" actId="20577"/>
          <ac:spMkLst>
            <pc:docMk/>
            <pc:sldMk cId="2462175889" sldId="2145708485"/>
            <ac:spMk id="108" creationId="{0C06810A-993F-BABC-DF4A-745E46348B6D}"/>
          </ac:spMkLst>
        </pc:spChg>
      </pc:sldChg>
      <pc:sldChg chg="addSp modSp mod">
        <pc:chgData name="THOMPSON, Lauren" userId="4cee4589-44b0-4317-b2e8-edce53bff84c" providerId="ADAL" clId="{FFA3A1E0-196D-4A8E-8E28-3275FE235D22}" dt="2023-11-16T04:41:21.897" v="622" actId="6549"/>
        <pc:sldMkLst>
          <pc:docMk/>
          <pc:sldMk cId="692078935" sldId="2145708494"/>
        </pc:sldMkLst>
        <pc:spChg chg="mod">
          <ac:chgData name="THOMPSON, Lauren" userId="4cee4589-44b0-4317-b2e8-edce53bff84c" providerId="ADAL" clId="{FFA3A1E0-196D-4A8E-8E28-3275FE235D22}" dt="2023-11-16T04:39:38.700" v="612" actId="108"/>
          <ac:spMkLst>
            <pc:docMk/>
            <pc:sldMk cId="692078935" sldId="2145708494"/>
            <ac:spMk id="2" creationId="{A7E4BC6A-C5CE-224D-67F5-BCE6802D92E6}"/>
          </ac:spMkLst>
        </pc:spChg>
        <pc:spChg chg="mod">
          <ac:chgData name="THOMPSON, Lauren" userId="4cee4589-44b0-4317-b2e8-edce53bff84c" providerId="ADAL" clId="{FFA3A1E0-196D-4A8E-8E28-3275FE235D22}" dt="2023-11-16T04:41:21.897" v="622" actId="6549"/>
          <ac:spMkLst>
            <pc:docMk/>
            <pc:sldMk cId="692078935" sldId="2145708494"/>
            <ac:spMk id="3" creationId="{3688B4EB-22B4-D89A-9C95-9F6772129DE0}"/>
          </ac:spMkLst>
        </pc:spChg>
        <pc:spChg chg="add mod">
          <ac:chgData name="THOMPSON, Lauren" userId="4cee4589-44b0-4317-b2e8-edce53bff84c" providerId="ADAL" clId="{FFA3A1E0-196D-4A8E-8E28-3275FE235D22}" dt="2023-11-16T04:39:43.972" v="613" actId="108"/>
          <ac:spMkLst>
            <pc:docMk/>
            <pc:sldMk cId="692078935" sldId="2145708494"/>
            <ac:spMk id="4" creationId="{A4A54532-7B02-2E16-8317-D2CEEA597CE1}"/>
          </ac:spMkLst>
        </pc:spChg>
        <pc:spChg chg="mod">
          <ac:chgData name="THOMPSON, Lauren" userId="4cee4589-44b0-4317-b2e8-edce53bff84c" providerId="ADAL" clId="{FFA3A1E0-196D-4A8E-8E28-3275FE235D22}" dt="2023-11-16T04:39:57.358" v="617" actId="6549"/>
          <ac:spMkLst>
            <pc:docMk/>
            <pc:sldMk cId="692078935" sldId="2145708494"/>
            <ac:spMk id="6" creationId="{366C8638-2703-8F0E-066D-296B032C1C94}"/>
          </ac:spMkLst>
        </pc:spChg>
        <pc:picChg chg="mod">
          <ac:chgData name="THOMPSON, Lauren" userId="4cee4589-44b0-4317-b2e8-edce53bff84c" providerId="ADAL" clId="{FFA3A1E0-196D-4A8E-8E28-3275FE235D22}" dt="2023-11-16T04:40:17.366" v="621" actId="1076"/>
          <ac:picMkLst>
            <pc:docMk/>
            <pc:sldMk cId="692078935" sldId="2145708494"/>
            <ac:picMk id="9" creationId="{613C4C46-8D2D-00A9-7568-780F3868C704}"/>
          </ac:picMkLst>
        </pc:picChg>
        <pc:picChg chg="mod">
          <ac:chgData name="THOMPSON, Lauren" userId="4cee4589-44b0-4317-b2e8-edce53bff84c" providerId="ADAL" clId="{FFA3A1E0-196D-4A8E-8E28-3275FE235D22}" dt="2023-11-16T04:40:17.366" v="621" actId="1076"/>
          <ac:picMkLst>
            <pc:docMk/>
            <pc:sldMk cId="692078935" sldId="2145708494"/>
            <ac:picMk id="10" creationId="{DACD9CBD-C404-CEE7-FE2C-BB0DEBFC4687}"/>
          </ac:picMkLst>
        </pc:picChg>
      </pc:sldChg>
      <pc:sldChg chg="modSp mod">
        <pc:chgData name="THOMPSON, Lauren" userId="4cee4589-44b0-4317-b2e8-edce53bff84c" providerId="ADAL" clId="{FFA3A1E0-196D-4A8E-8E28-3275FE235D22}" dt="2023-11-16T05:03:39.086" v="676" actId="20577"/>
        <pc:sldMkLst>
          <pc:docMk/>
          <pc:sldMk cId="2973055745" sldId="2145708497"/>
        </pc:sldMkLst>
        <pc:graphicFrameChg chg="mod modGraphic">
          <ac:chgData name="THOMPSON, Lauren" userId="4cee4589-44b0-4317-b2e8-edce53bff84c" providerId="ADAL" clId="{FFA3A1E0-196D-4A8E-8E28-3275FE235D22}" dt="2023-11-16T05:03:39.086" v="676" actId="20577"/>
          <ac:graphicFrameMkLst>
            <pc:docMk/>
            <pc:sldMk cId="2973055745" sldId="2145708497"/>
            <ac:graphicFrameMk id="8" creationId="{CBDFFB86-B180-55BF-A689-3EBD26AFC9A3}"/>
          </ac:graphicFrameMkLst>
        </pc:graphicFrameChg>
      </pc:sldChg>
      <pc:sldChg chg="modSp mod">
        <pc:chgData name="THOMPSON, Lauren" userId="4cee4589-44b0-4317-b2e8-edce53bff84c" providerId="ADAL" clId="{FFA3A1E0-196D-4A8E-8E28-3275FE235D22}" dt="2023-11-16T00:46:54.190" v="135" actId="20577"/>
        <pc:sldMkLst>
          <pc:docMk/>
          <pc:sldMk cId="4086987304" sldId="2145708500"/>
        </pc:sldMkLst>
        <pc:spChg chg="mod">
          <ac:chgData name="THOMPSON, Lauren" userId="4cee4589-44b0-4317-b2e8-edce53bff84c" providerId="ADAL" clId="{FFA3A1E0-196D-4A8E-8E28-3275FE235D22}" dt="2023-11-16T00:46:54.190" v="135" actId="20577"/>
          <ac:spMkLst>
            <pc:docMk/>
            <pc:sldMk cId="4086987304" sldId="2145708500"/>
            <ac:spMk id="7" creationId="{8A88378B-D84E-7666-AB9F-1F20F3CDBF5C}"/>
          </ac:spMkLst>
        </pc:spChg>
      </pc:sldChg>
      <pc:sldChg chg="modSp mod">
        <pc:chgData name="THOMPSON, Lauren" userId="4cee4589-44b0-4317-b2e8-edce53bff84c" providerId="ADAL" clId="{FFA3A1E0-196D-4A8E-8E28-3275FE235D22}" dt="2023-11-16T03:54:33.347" v="598" actId="20577"/>
        <pc:sldMkLst>
          <pc:docMk/>
          <pc:sldMk cId="1303677672" sldId="2145708505"/>
        </pc:sldMkLst>
        <pc:spChg chg="mod">
          <ac:chgData name="THOMPSON, Lauren" userId="4cee4589-44b0-4317-b2e8-edce53bff84c" providerId="ADAL" clId="{FFA3A1E0-196D-4A8E-8E28-3275FE235D22}" dt="2023-11-16T03:54:33.347" v="598" actId="20577"/>
          <ac:spMkLst>
            <pc:docMk/>
            <pc:sldMk cId="1303677672" sldId="2145708505"/>
            <ac:spMk id="11" creationId="{71946B7B-BAB2-C04D-3253-75F0DD7D3F0E}"/>
          </ac:spMkLst>
        </pc:spChg>
        <pc:spChg chg="mod">
          <ac:chgData name="THOMPSON, Lauren" userId="4cee4589-44b0-4317-b2e8-edce53bff84c" providerId="ADAL" clId="{FFA3A1E0-196D-4A8E-8E28-3275FE235D22}" dt="2023-11-16T03:49:46.530" v="349" actId="20577"/>
          <ac:spMkLst>
            <pc:docMk/>
            <pc:sldMk cId="1303677672" sldId="2145708505"/>
            <ac:spMk id="15" creationId="{A38CC8F0-14C3-F1E7-FABA-315FE82FA529}"/>
          </ac:spMkLst>
        </pc:spChg>
        <pc:spChg chg="mod">
          <ac:chgData name="THOMPSON, Lauren" userId="4cee4589-44b0-4317-b2e8-edce53bff84c" providerId="ADAL" clId="{FFA3A1E0-196D-4A8E-8E28-3275FE235D22}" dt="2023-11-16T03:53:35.900" v="551" actId="20577"/>
          <ac:spMkLst>
            <pc:docMk/>
            <pc:sldMk cId="1303677672" sldId="2145708505"/>
            <ac:spMk id="23" creationId="{D23429FF-0DD2-EF39-07AE-270C64491436}"/>
          </ac:spMkLst>
        </pc:spChg>
        <pc:spChg chg="mod">
          <ac:chgData name="THOMPSON, Lauren" userId="4cee4589-44b0-4317-b2e8-edce53bff84c" providerId="ADAL" clId="{FFA3A1E0-196D-4A8E-8E28-3275FE235D22}" dt="2023-11-16T03:48:51.172" v="250" actId="20577"/>
          <ac:spMkLst>
            <pc:docMk/>
            <pc:sldMk cId="1303677672" sldId="2145708505"/>
            <ac:spMk id="24" creationId="{D46EB573-6907-0239-E38A-77326CE1173A}"/>
          </ac:spMkLst>
        </pc:spChg>
      </pc:sldChg>
      <pc:sldChg chg="modSp mod">
        <pc:chgData name="THOMPSON, Lauren" userId="4cee4589-44b0-4317-b2e8-edce53bff84c" providerId="ADAL" clId="{FFA3A1E0-196D-4A8E-8E28-3275FE235D22}" dt="2023-11-16T05:08:00.645" v="725" actId="20577"/>
        <pc:sldMkLst>
          <pc:docMk/>
          <pc:sldMk cId="3900711937" sldId="2145708506"/>
        </pc:sldMkLst>
        <pc:graphicFrameChg chg="mod modGraphic">
          <ac:chgData name="THOMPSON, Lauren" userId="4cee4589-44b0-4317-b2e8-edce53bff84c" providerId="ADAL" clId="{FFA3A1E0-196D-4A8E-8E28-3275FE235D22}" dt="2023-11-16T05:08:00.645" v="725" actId="20577"/>
          <ac:graphicFrameMkLst>
            <pc:docMk/>
            <pc:sldMk cId="3900711937" sldId="2145708506"/>
            <ac:graphicFrameMk id="8" creationId="{6D6B1D83-86F5-CD80-D5C8-EDA9A26D175D}"/>
          </ac:graphicFrameMkLst>
        </pc:graphicFrameChg>
      </pc:sldChg>
      <pc:sldChg chg="modSp mod">
        <pc:chgData name="THOMPSON, Lauren" userId="4cee4589-44b0-4317-b2e8-edce53bff84c" providerId="ADAL" clId="{FFA3A1E0-196D-4A8E-8E28-3275FE235D22}" dt="2023-11-16T04:53:43.292" v="625" actId="14100"/>
        <pc:sldMkLst>
          <pc:docMk/>
          <pc:sldMk cId="11056760" sldId="2145708509"/>
        </pc:sldMkLst>
        <pc:spChg chg="mod">
          <ac:chgData name="THOMPSON, Lauren" userId="4cee4589-44b0-4317-b2e8-edce53bff84c" providerId="ADAL" clId="{FFA3A1E0-196D-4A8E-8E28-3275FE235D22}" dt="2023-11-16T04:53:39.958" v="624" actId="14100"/>
          <ac:spMkLst>
            <pc:docMk/>
            <pc:sldMk cId="11056760" sldId="2145708509"/>
            <ac:spMk id="9" creationId="{05ABB54F-B173-BB18-5C7C-A7F40EB725F4}"/>
          </ac:spMkLst>
        </pc:spChg>
        <pc:spChg chg="mod">
          <ac:chgData name="THOMPSON, Lauren" userId="4cee4589-44b0-4317-b2e8-edce53bff84c" providerId="ADAL" clId="{FFA3A1E0-196D-4A8E-8E28-3275FE235D22}" dt="2023-11-16T04:53:43.292" v="625" actId="14100"/>
          <ac:spMkLst>
            <pc:docMk/>
            <pc:sldMk cId="11056760" sldId="2145708509"/>
            <ac:spMk id="11" creationId="{D13E5C00-13D1-21FE-D285-5B7129039BF6}"/>
          </ac:spMkLst>
        </pc:spChg>
        <pc:picChg chg="mod">
          <ac:chgData name="THOMPSON, Lauren" userId="4cee4589-44b0-4317-b2e8-edce53bff84c" providerId="ADAL" clId="{FFA3A1E0-196D-4A8E-8E28-3275FE235D22}" dt="2023-11-16T04:53:35.761" v="623" actId="14100"/>
          <ac:picMkLst>
            <pc:docMk/>
            <pc:sldMk cId="11056760" sldId="2145708509"/>
            <ac:picMk id="3" creationId="{478C3D26-9816-4AE9-48E8-0CD08B1A92E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A09DDA-0787-4B42-881F-6B3C23931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1845B-8C18-C246-A0D1-61FFD19631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301B5-88AD-1849-891D-EA2905EB5A88}" type="datetimeFigureOut">
              <a:rPr lang="en-US" smtClean="0"/>
              <a:t>11/24/2023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5FE6D-CCE1-E44E-89A4-77460EF6CC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6315B-F8F9-5649-8DCB-C363E729D5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602F4-4C0C-5F4F-8771-7E15167AE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55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0AB23-24A6-494C-BA00-B87242B78CB4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A530D-631F-4981-98F0-E6C07C67E1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5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hidden">
          <a:xfrm>
            <a:off x="457201" y="272538"/>
            <a:ext cx="8686801" cy="3243746"/>
          </a:xfrm>
          <a:prstGeom prst="rect">
            <a:avLst/>
          </a:prstGeom>
          <a:solidFill>
            <a:srgbClr val="ECECF0"/>
          </a:solidFill>
        </p:spPr>
        <p:txBody>
          <a:bodyPr anchor="ctr" anchorCtr="0"/>
          <a:lstStyle>
            <a:lvl1pPr algn="ctr"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9449" y="3789693"/>
            <a:ext cx="6681575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</a:t>
            </a:r>
            <a:r>
              <a:rPr lang="en-US" err="1"/>
              <a:t>titleover</a:t>
            </a:r>
            <a:r>
              <a:rPr lang="en-US"/>
              <a:t> two lines]</a:t>
            </a:r>
            <a:endParaRPr lang="en-GB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D2D39BB7-D99B-42E5-BF6B-DB63D2E6E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585" y="4564165"/>
            <a:ext cx="4912619" cy="306800"/>
          </a:xfrm>
        </p:spPr>
        <p:txBody>
          <a:bodyPr/>
          <a:lstStyle>
            <a:lvl1pPr>
              <a:defRPr sz="1875">
                <a:solidFill>
                  <a:srgbClr val="DC1928"/>
                </a:solidFill>
              </a:defRPr>
            </a:lvl1pPr>
          </a:lstStyle>
          <a:p>
            <a:r>
              <a:rPr lang="en-US"/>
              <a:t>[Presentation subtitle]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5B9929-7EAD-4745-9291-9118C654918D}"/>
              </a:ext>
            </a:extLst>
          </p:cNvPr>
          <p:cNvSpPr/>
          <p:nvPr userDrawn="1"/>
        </p:nvSpPr>
        <p:spPr>
          <a:xfrm>
            <a:off x="1" y="0"/>
            <a:ext cx="231955" cy="51435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840E95F-4496-4F62-84CF-94605B625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455" y="4327996"/>
            <a:ext cx="1606434" cy="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5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0338" y="342900"/>
            <a:ext cx="4004174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title over two lines]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ADD7D-50E7-4C57-894C-02A8D94C559B}"/>
              </a:ext>
            </a:extLst>
          </p:cNvPr>
          <p:cNvCxnSpPr/>
          <p:nvPr/>
        </p:nvCxnSpPr>
        <p:spPr>
          <a:xfrm>
            <a:off x="251520" y="342902"/>
            <a:ext cx="0" cy="4536677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E1E7CB4E-69F9-4191-AD37-33C53D9332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0533" y="1502526"/>
            <a:ext cx="3957811" cy="3019469"/>
          </a:xfrm>
          <a:prstGeom prst="rect">
            <a:avLst/>
          </a:prstGeom>
        </p:spPr>
        <p:txBody>
          <a:bodyPr/>
          <a:lstStyle>
            <a:lvl1pPr marL="0" marR="0" indent="0" algn="l" defTabSz="5143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9pPr>
          </a:lstStyle>
          <a:p>
            <a:r>
              <a:rPr lang="en-US"/>
              <a:t>[intro]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8B2D64-E1CE-4E9A-8FFC-BE9991644808}"/>
              </a:ext>
            </a:extLst>
          </p:cNvPr>
          <p:cNvCxnSpPr>
            <a:cxnSpLocks/>
          </p:cNvCxnSpPr>
          <p:nvPr userDrawn="1"/>
        </p:nvCxnSpPr>
        <p:spPr>
          <a:xfrm>
            <a:off x="251520" y="342902"/>
            <a:ext cx="0" cy="4598099"/>
          </a:xfrm>
          <a:prstGeom prst="line">
            <a:avLst/>
          </a:prstGeom>
          <a:ln w="1905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E030A-9DCB-4FBB-8481-C31F445C71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88968-AEFB-3D7B-B030-8FCA53DDDC2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20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3ADE05-3BBF-42CC-AD8E-C9E6794ABBCF}"/>
              </a:ext>
            </a:extLst>
          </p:cNvPr>
          <p:cNvSpPr/>
          <p:nvPr userDrawn="1"/>
        </p:nvSpPr>
        <p:spPr>
          <a:xfrm>
            <a:off x="3383868" y="-6302"/>
            <a:ext cx="5760132" cy="5149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U" sz="1050" b="0" i="0">
              <a:latin typeface="AP Type Pro Text Light" panose="020B0303030202060203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42900"/>
            <a:ext cx="2926668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title over two lines]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ADD7D-50E7-4C57-894C-02A8D94C559B}"/>
              </a:ext>
            </a:extLst>
          </p:cNvPr>
          <p:cNvCxnSpPr/>
          <p:nvPr/>
        </p:nvCxnSpPr>
        <p:spPr>
          <a:xfrm>
            <a:off x="251520" y="342902"/>
            <a:ext cx="0" cy="4536677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E1E7CB4E-69F9-4191-AD37-33C53D9332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1502526"/>
            <a:ext cx="2926668" cy="3019469"/>
          </a:xfrm>
          <a:prstGeom prst="rect">
            <a:avLst/>
          </a:prstGeom>
        </p:spPr>
        <p:txBody>
          <a:bodyPr/>
          <a:lstStyle>
            <a:lvl1pPr marL="0" marR="0" indent="0" algn="l" defTabSz="5143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9pPr>
          </a:lstStyle>
          <a:p>
            <a:r>
              <a:rPr lang="en-US"/>
              <a:t>[intro]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8B2D64-E1CE-4E9A-8FFC-BE9991644808}"/>
              </a:ext>
            </a:extLst>
          </p:cNvPr>
          <p:cNvCxnSpPr>
            <a:cxnSpLocks/>
          </p:cNvCxnSpPr>
          <p:nvPr userDrawn="1"/>
        </p:nvCxnSpPr>
        <p:spPr>
          <a:xfrm>
            <a:off x="251520" y="342902"/>
            <a:ext cx="0" cy="4598099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3A25A-8001-4186-8587-2B01AA2277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1645D-C35E-BFFB-D1F4-3E8D706CA0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27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3ADE05-3BBF-42CC-AD8E-C9E6794ABBCF}"/>
              </a:ext>
            </a:extLst>
          </p:cNvPr>
          <p:cNvSpPr/>
          <p:nvPr userDrawn="1"/>
        </p:nvSpPr>
        <p:spPr>
          <a:xfrm>
            <a:off x="-587" y="-6302"/>
            <a:ext cx="5760132" cy="5149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U" sz="1050" b="0" i="0">
              <a:latin typeface="AP Type Pro Text Light" panose="020B0303030202060203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42900"/>
            <a:ext cx="2926668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title over two lines]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ADD7D-50E7-4C57-894C-02A8D94C559B}"/>
              </a:ext>
            </a:extLst>
          </p:cNvPr>
          <p:cNvCxnSpPr/>
          <p:nvPr/>
        </p:nvCxnSpPr>
        <p:spPr>
          <a:xfrm>
            <a:off x="251520" y="342902"/>
            <a:ext cx="0" cy="4536677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E1E7CB4E-69F9-4191-AD37-33C53D9332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1502526"/>
            <a:ext cx="2926668" cy="3019469"/>
          </a:xfrm>
          <a:prstGeom prst="rect">
            <a:avLst/>
          </a:prstGeom>
        </p:spPr>
        <p:txBody>
          <a:bodyPr/>
          <a:lstStyle>
            <a:lvl1pPr marL="0" marR="0" indent="0" algn="l" defTabSz="5143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9pPr>
          </a:lstStyle>
          <a:p>
            <a:r>
              <a:rPr lang="en-US"/>
              <a:t>[intro]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8B2D64-E1CE-4E9A-8FFC-BE9991644808}"/>
              </a:ext>
            </a:extLst>
          </p:cNvPr>
          <p:cNvCxnSpPr>
            <a:cxnSpLocks/>
          </p:cNvCxnSpPr>
          <p:nvPr userDrawn="1"/>
        </p:nvCxnSpPr>
        <p:spPr>
          <a:xfrm>
            <a:off x="251520" y="342902"/>
            <a:ext cx="0" cy="4598099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3A25A-8001-4186-8587-2B01AA2277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DA689-794D-C78A-17CC-2E249DD17B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85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3ADE05-3BBF-42CC-AD8E-C9E6794ABBCF}"/>
              </a:ext>
            </a:extLst>
          </p:cNvPr>
          <p:cNvSpPr/>
          <p:nvPr userDrawn="1"/>
        </p:nvSpPr>
        <p:spPr>
          <a:xfrm>
            <a:off x="-587" y="-6302"/>
            <a:ext cx="9382064" cy="5149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U" sz="1050" b="0" i="0">
              <a:latin typeface="AP Type Pro Text Light" panose="020B0303030202060203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42900"/>
            <a:ext cx="2926668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title over two lines]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ADD7D-50E7-4C57-894C-02A8D94C559B}"/>
              </a:ext>
            </a:extLst>
          </p:cNvPr>
          <p:cNvCxnSpPr/>
          <p:nvPr/>
        </p:nvCxnSpPr>
        <p:spPr>
          <a:xfrm>
            <a:off x="251520" y="342902"/>
            <a:ext cx="0" cy="4536677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E1E7CB4E-69F9-4191-AD37-33C53D9332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1502526"/>
            <a:ext cx="2926668" cy="3019469"/>
          </a:xfrm>
          <a:prstGeom prst="rect">
            <a:avLst/>
          </a:prstGeom>
        </p:spPr>
        <p:txBody>
          <a:bodyPr/>
          <a:lstStyle>
            <a:lvl1pPr marL="0" marR="0" indent="0" algn="l" defTabSz="5143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9pPr>
          </a:lstStyle>
          <a:p>
            <a:r>
              <a:rPr lang="en-US"/>
              <a:t>[intro]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8B2D64-E1CE-4E9A-8FFC-BE9991644808}"/>
              </a:ext>
            </a:extLst>
          </p:cNvPr>
          <p:cNvCxnSpPr>
            <a:cxnSpLocks/>
          </p:cNvCxnSpPr>
          <p:nvPr userDrawn="1"/>
        </p:nvCxnSpPr>
        <p:spPr>
          <a:xfrm>
            <a:off x="251520" y="342902"/>
            <a:ext cx="0" cy="4598099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3A25A-8001-4186-8587-2B01AA2277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E6F9B-B0D7-94EC-65DF-23A80FB10A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13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1" y="342900"/>
            <a:ext cx="3987311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title over two lines]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ADD7D-50E7-4C57-894C-02A8D94C559B}"/>
              </a:ext>
            </a:extLst>
          </p:cNvPr>
          <p:cNvCxnSpPr/>
          <p:nvPr/>
        </p:nvCxnSpPr>
        <p:spPr>
          <a:xfrm>
            <a:off x="251520" y="342902"/>
            <a:ext cx="0" cy="4536677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E1E7CB4E-69F9-4191-AD37-33C53D9332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1" y="1502526"/>
            <a:ext cx="3941143" cy="3019469"/>
          </a:xfrm>
          <a:prstGeom prst="rect">
            <a:avLst/>
          </a:prstGeom>
        </p:spPr>
        <p:txBody>
          <a:bodyPr/>
          <a:lstStyle>
            <a:lvl1pPr marL="0" marR="0" indent="0" algn="l" defTabSz="5143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9pPr>
          </a:lstStyle>
          <a:p>
            <a:r>
              <a:rPr lang="en-US"/>
              <a:t>[intro]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EB58-B850-4F41-8284-E4A93813FE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636293-A8E7-4940-806E-85CF12B15BB7}"/>
              </a:ext>
            </a:extLst>
          </p:cNvPr>
          <p:cNvSpPr txBox="1">
            <a:spLocks/>
          </p:cNvSpPr>
          <p:nvPr userDrawn="1"/>
        </p:nvSpPr>
        <p:spPr>
          <a:xfrm>
            <a:off x="7633801" y="4778999"/>
            <a:ext cx="891000" cy="162000"/>
          </a:xfrm>
          <a:prstGeom prst="rect">
            <a:avLst/>
          </a:prstGeom>
          <a:noFill/>
        </p:spPr>
        <p:txBody>
          <a:bodyPr lIns="0" tIns="34290" rIns="0" bIns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AP Type Pro Text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600" b="0" i="0">
                <a:latin typeface="AP Type Pro Text" panose="020B0503030202060203" pitchFamily="34" charset="77"/>
              </a:rPr>
              <a:t>© 2021 Australia Post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017C7-104E-47E9-9406-CFDC7EBA3D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0DAE4-6670-4B4D-8B22-454FABD4BCB0}"/>
              </a:ext>
            </a:extLst>
          </p:cNvPr>
          <p:cNvSpPr/>
          <p:nvPr userDrawn="1"/>
        </p:nvSpPr>
        <p:spPr>
          <a:xfrm>
            <a:off x="154007" y="202502"/>
            <a:ext cx="8835989" cy="4845749"/>
          </a:xfrm>
          <a:prstGeom prst="rect">
            <a:avLst/>
          </a:prstGeom>
          <a:solidFill>
            <a:srgbClr val="B8E8DE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256B85-F960-4D2D-AAE1-C793A67206B7}"/>
              </a:ext>
            </a:extLst>
          </p:cNvPr>
          <p:cNvSpPr/>
          <p:nvPr userDrawn="1"/>
        </p:nvSpPr>
        <p:spPr>
          <a:xfrm>
            <a:off x="2990513" y="192908"/>
            <a:ext cx="5999481" cy="4845749"/>
          </a:xfrm>
          <a:prstGeom prst="rect">
            <a:avLst/>
          </a:prstGeom>
          <a:solidFill>
            <a:srgbClr val="E4F3F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16944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1" y="342900"/>
            <a:ext cx="3987311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title over two lines]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ADD7D-50E7-4C57-894C-02A8D94C559B}"/>
              </a:ext>
            </a:extLst>
          </p:cNvPr>
          <p:cNvCxnSpPr/>
          <p:nvPr/>
        </p:nvCxnSpPr>
        <p:spPr>
          <a:xfrm>
            <a:off x="251520" y="342902"/>
            <a:ext cx="0" cy="4536677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E1E7CB4E-69F9-4191-AD37-33C53D9332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1" y="1502526"/>
            <a:ext cx="3941143" cy="3019469"/>
          </a:xfrm>
          <a:prstGeom prst="rect">
            <a:avLst/>
          </a:prstGeom>
        </p:spPr>
        <p:txBody>
          <a:bodyPr/>
          <a:lstStyle>
            <a:lvl1pPr marL="0" marR="0" indent="0" algn="l" defTabSz="5143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9pPr>
          </a:lstStyle>
          <a:p>
            <a:r>
              <a:rPr lang="en-US"/>
              <a:t>[intro]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EB58-B850-4F41-8284-E4A93813FE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636293-A8E7-4940-806E-85CF12B15BB7}"/>
              </a:ext>
            </a:extLst>
          </p:cNvPr>
          <p:cNvSpPr txBox="1">
            <a:spLocks/>
          </p:cNvSpPr>
          <p:nvPr userDrawn="1"/>
        </p:nvSpPr>
        <p:spPr>
          <a:xfrm>
            <a:off x="7633801" y="4778999"/>
            <a:ext cx="891000" cy="162000"/>
          </a:xfrm>
          <a:prstGeom prst="rect">
            <a:avLst/>
          </a:prstGeom>
          <a:noFill/>
        </p:spPr>
        <p:txBody>
          <a:bodyPr lIns="0" tIns="34290" rIns="0" bIns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AP Type Pro Text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600" b="0" i="0">
                <a:latin typeface="AP Type Pro Text" panose="020B0503030202060203" pitchFamily="34" charset="77"/>
              </a:rPr>
              <a:t>© 2021 Australia Post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017C7-104E-47E9-9406-CFDC7EBA3D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0DAE4-6670-4B4D-8B22-454FABD4BCB0}"/>
              </a:ext>
            </a:extLst>
          </p:cNvPr>
          <p:cNvSpPr/>
          <p:nvPr userDrawn="1"/>
        </p:nvSpPr>
        <p:spPr>
          <a:xfrm>
            <a:off x="154007" y="202502"/>
            <a:ext cx="8835989" cy="4845749"/>
          </a:xfrm>
          <a:prstGeom prst="rect">
            <a:avLst/>
          </a:prstGeom>
          <a:solidFill>
            <a:srgbClr val="B8E8DE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256B85-F960-4D2D-AAE1-C793A67206B7}"/>
              </a:ext>
            </a:extLst>
          </p:cNvPr>
          <p:cNvSpPr/>
          <p:nvPr userDrawn="1"/>
        </p:nvSpPr>
        <p:spPr>
          <a:xfrm>
            <a:off x="6267459" y="202433"/>
            <a:ext cx="2722536" cy="4845749"/>
          </a:xfrm>
          <a:prstGeom prst="rect">
            <a:avLst/>
          </a:prstGeom>
          <a:solidFill>
            <a:srgbClr val="E4F3F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273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1" y="342900"/>
            <a:ext cx="3987311" cy="76940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lang="en-GB" sz="3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[Presentation title over two lines]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ADD7D-50E7-4C57-894C-02A8D94C559B}"/>
              </a:ext>
            </a:extLst>
          </p:cNvPr>
          <p:cNvCxnSpPr/>
          <p:nvPr/>
        </p:nvCxnSpPr>
        <p:spPr>
          <a:xfrm>
            <a:off x="251520" y="342902"/>
            <a:ext cx="0" cy="4536677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E1E7CB4E-69F9-4191-AD37-33C53D9332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1" y="1502526"/>
            <a:ext cx="3941143" cy="3019469"/>
          </a:xfrm>
          <a:prstGeom prst="rect">
            <a:avLst/>
          </a:prstGeom>
        </p:spPr>
        <p:txBody>
          <a:bodyPr/>
          <a:lstStyle>
            <a:lvl1pPr marL="0" marR="0" indent="0" algn="l" defTabSz="5143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</a:defRPr>
            </a:lvl9pPr>
          </a:lstStyle>
          <a:p>
            <a:r>
              <a:rPr lang="en-US"/>
              <a:t>[intro]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EB58-B850-4F41-8284-E4A93813FE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636293-A8E7-4940-806E-85CF12B15BB7}"/>
              </a:ext>
            </a:extLst>
          </p:cNvPr>
          <p:cNvSpPr txBox="1">
            <a:spLocks/>
          </p:cNvSpPr>
          <p:nvPr userDrawn="1"/>
        </p:nvSpPr>
        <p:spPr>
          <a:xfrm>
            <a:off x="7633801" y="4778999"/>
            <a:ext cx="891000" cy="162000"/>
          </a:xfrm>
          <a:prstGeom prst="rect">
            <a:avLst/>
          </a:prstGeom>
          <a:noFill/>
        </p:spPr>
        <p:txBody>
          <a:bodyPr lIns="0" tIns="34290" rIns="0" bIns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AP Type Pro Text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600" b="0" i="0">
                <a:latin typeface="AP Type Pro Text" panose="020B0503030202060203" pitchFamily="34" charset="77"/>
              </a:rPr>
              <a:t>© 2021 Australia Post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017C7-104E-47E9-9406-CFDC7EBA3D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0DAE4-6670-4B4D-8B22-454FABD4BCB0}"/>
              </a:ext>
            </a:extLst>
          </p:cNvPr>
          <p:cNvSpPr/>
          <p:nvPr userDrawn="1"/>
        </p:nvSpPr>
        <p:spPr>
          <a:xfrm>
            <a:off x="457201" y="202502"/>
            <a:ext cx="8532795" cy="4845749"/>
          </a:xfrm>
          <a:prstGeom prst="rect">
            <a:avLst/>
          </a:prstGeom>
          <a:solidFill>
            <a:srgbClr val="B8E8DE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256B85-F960-4D2D-AAE1-C793A67206B7}"/>
              </a:ext>
            </a:extLst>
          </p:cNvPr>
          <p:cNvSpPr/>
          <p:nvPr userDrawn="1"/>
        </p:nvSpPr>
        <p:spPr>
          <a:xfrm>
            <a:off x="154007" y="202433"/>
            <a:ext cx="5951519" cy="4845749"/>
          </a:xfrm>
          <a:prstGeom prst="rect">
            <a:avLst/>
          </a:prstGeom>
          <a:solidFill>
            <a:srgbClr val="E4F3F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5398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4400CA-A07D-4A0A-A106-C4B5B8D5F5B5}"/>
              </a:ext>
            </a:extLst>
          </p:cNvPr>
          <p:cNvSpPr/>
          <p:nvPr userDrawn="1"/>
        </p:nvSpPr>
        <p:spPr>
          <a:xfrm>
            <a:off x="0" y="3372890"/>
            <a:ext cx="9144900" cy="1770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50" b="0" i="0" u="none" strike="noStrike" kern="1200" cap="none" spc="0" normalizeH="0" baseline="0" noProof="0">
              <a:ln>
                <a:noFill/>
              </a:ln>
              <a:solidFill>
                <a:srgbClr val="E8E8E9"/>
              </a:solidFill>
              <a:effectLst/>
              <a:uLnTx/>
              <a:uFillTx/>
              <a:latin typeface="AP Type Pro Text" panose="020B0503030202060203" pitchFamily="34" charset="77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4300"/>
            <a:ext cx="8229600" cy="3519678"/>
          </a:xfrm>
          <a:prstGeom prst="rect">
            <a:avLst/>
          </a:prstGeom>
        </p:spPr>
        <p:txBody>
          <a:bodyPr/>
          <a:lstStyle>
            <a:lvl1pPr marL="269993" indent="-26999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 b="0" i="0">
                <a:latin typeface="AP Type Pro Text Light" panose="020B0303030202060203" pitchFamily="34" charset="77"/>
              </a:defRPr>
            </a:lvl1pPr>
            <a:lvl2pPr marL="472488" indent="-202495">
              <a:spcBef>
                <a:spcPts val="225"/>
              </a:spcBef>
              <a:spcAft>
                <a:spcPts val="675"/>
              </a:spcAft>
              <a:buFont typeface="Arial" panose="020B0604020202020204" pitchFamily="34" charset="0"/>
              <a:buChar char="–"/>
              <a:defRPr b="0" i="0">
                <a:latin typeface="AP Type Pro Text Light" panose="020B0303030202060203" pitchFamily="34" charset="77"/>
              </a:defRPr>
            </a:lvl2pPr>
            <a:lvl3pPr marL="674984" indent="-202495">
              <a:spcAft>
                <a:spcPts val="675"/>
              </a:spcAft>
              <a:buFont typeface="Arial" panose="020B0604020202020204" pitchFamily="34" charset="0"/>
              <a:buChar char="◦"/>
              <a:defRPr b="0" i="0">
                <a:latin typeface="AP Type Pro Text Light" panose="020B0303030202060203" pitchFamily="34" charset="77"/>
              </a:defRPr>
            </a:lvl3pPr>
            <a:lvl4pPr marL="269993" indent="0">
              <a:buNone/>
              <a:defRPr>
                <a:latin typeface="+mn-lt"/>
              </a:defRPr>
            </a:lvl4pPr>
            <a:lvl5pPr marL="404990" indent="0">
              <a:buNone/>
              <a:defRPr>
                <a:latin typeface="+mn-lt"/>
              </a:defRPr>
            </a:lvl5pPr>
            <a:lvl6pPr>
              <a:defRPr>
                <a:latin typeface="+mn-lt"/>
              </a:defRPr>
            </a:lvl6pPr>
            <a:lvl7pPr>
              <a:defRPr>
                <a:latin typeface="+mn-lt"/>
              </a:defRPr>
            </a:lvl7pPr>
            <a:lvl8pPr>
              <a:defRPr>
                <a:latin typeface="+mn-lt"/>
              </a:defRPr>
            </a:lvl8pPr>
            <a:lvl9pPr>
              <a:defRPr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C812181-3A43-44E3-9150-CEBC46E2E4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42900"/>
            <a:ext cx="8229600" cy="351000"/>
          </a:xfrm>
        </p:spPr>
        <p:txBody>
          <a:bodyPr/>
          <a:lstStyle>
            <a:lvl1pPr>
              <a:defRPr sz="27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</a:lstStyle>
          <a:p>
            <a:r>
              <a:rPr lang="en-US"/>
              <a:t>[Section heading goes here]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B8BA02-3A99-4395-A827-8BAE539B0BBB}"/>
              </a:ext>
            </a:extLst>
          </p:cNvPr>
          <p:cNvCxnSpPr>
            <a:cxnSpLocks/>
          </p:cNvCxnSpPr>
          <p:nvPr userDrawn="1"/>
        </p:nvCxnSpPr>
        <p:spPr>
          <a:xfrm>
            <a:off x="251520" y="342902"/>
            <a:ext cx="0" cy="4598099"/>
          </a:xfrm>
          <a:prstGeom prst="line">
            <a:avLst/>
          </a:prstGeom>
          <a:ln w="1270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2B7423-FBB0-5E83-9FEA-14DE2056A5D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999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4400CA-A07D-4A0A-A106-C4B5B8D5F5B5}"/>
              </a:ext>
            </a:extLst>
          </p:cNvPr>
          <p:cNvSpPr/>
          <p:nvPr userDrawn="1"/>
        </p:nvSpPr>
        <p:spPr>
          <a:xfrm>
            <a:off x="0" y="1104300"/>
            <a:ext cx="9144900" cy="403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50" b="0" i="0" u="none" strike="noStrike" kern="1200" cap="none" spc="0" normalizeH="0" baseline="0" noProof="0">
              <a:ln>
                <a:noFill/>
              </a:ln>
              <a:solidFill>
                <a:srgbClr val="E8E8E9"/>
              </a:solidFill>
              <a:effectLst/>
              <a:uLnTx/>
              <a:uFillTx/>
              <a:latin typeface="AP Type Pro Text" panose="020B0503030202060203" pitchFamily="34" charset="77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4300"/>
            <a:ext cx="8229600" cy="3519678"/>
          </a:xfrm>
          <a:prstGeom prst="rect">
            <a:avLst/>
          </a:prstGeom>
        </p:spPr>
        <p:txBody>
          <a:bodyPr/>
          <a:lstStyle>
            <a:lvl1pPr marL="269993" indent="-26999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 b="0" i="0">
                <a:latin typeface="AP Type Pro Text Light" panose="020B0303030202060203" pitchFamily="34" charset="77"/>
              </a:defRPr>
            </a:lvl1pPr>
            <a:lvl2pPr marL="472488" indent="-202495">
              <a:spcBef>
                <a:spcPts val="225"/>
              </a:spcBef>
              <a:spcAft>
                <a:spcPts val="675"/>
              </a:spcAft>
              <a:buFont typeface="Arial" panose="020B0604020202020204" pitchFamily="34" charset="0"/>
              <a:buChar char="–"/>
              <a:defRPr b="0" i="0">
                <a:latin typeface="AP Type Pro Text Light" panose="020B0303030202060203" pitchFamily="34" charset="77"/>
              </a:defRPr>
            </a:lvl2pPr>
            <a:lvl3pPr marL="674984" indent="-202495">
              <a:spcAft>
                <a:spcPts val="675"/>
              </a:spcAft>
              <a:buFont typeface="Arial" panose="020B0604020202020204" pitchFamily="34" charset="0"/>
              <a:buChar char="◦"/>
              <a:defRPr b="0" i="0">
                <a:latin typeface="AP Type Pro Text Light" panose="020B0303030202060203" pitchFamily="34" charset="77"/>
              </a:defRPr>
            </a:lvl3pPr>
            <a:lvl4pPr marL="269993" indent="0">
              <a:buNone/>
              <a:defRPr>
                <a:latin typeface="+mn-lt"/>
              </a:defRPr>
            </a:lvl4pPr>
            <a:lvl5pPr marL="404990" indent="0">
              <a:buNone/>
              <a:defRPr>
                <a:latin typeface="+mn-lt"/>
              </a:defRPr>
            </a:lvl5pPr>
            <a:lvl6pPr>
              <a:defRPr>
                <a:latin typeface="+mn-lt"/>
              </a:defRPr>
            </a:lvl6pPr>
            <a:lvl7pPr>
              <a:defRPr>
                <a:latin typeface="+mn-lt"/>
              </a:defRPr>
            </a:lvl7pPr>
            <a:lvl8pPr>
              <a:defRPr>
                <a:latin typeface="+mn-lt"/>
              </a:defRPr>
            </a:lvl8pPr>
            <a:lvl9pPr>
              <a:defRPr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C812181-3A43-44E3-9150-CEBC46E2E4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42900"/>
            <a:ext cx="8229600" cy="351000"/>
          </a:xfrm>
        </p:spPr>
        <p:txBody>
          <a:bodyPr/>
          <a:lstStyle>
            <a:lvl1pPr>
              <a:defRPr sz="27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</a:lstStyle>
          <a:p>
            <a:r>
              <a:rPr lang="en-US"/>
              <a:t>[Section heading goes here]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870704B-CE94-48CC-AF30-84932A1262A7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E3C877-9C57-42B5-A359-E250E6F18890}"/>
              </a:ext>
            </a:extLst>
          </p:cNvPr>
          <p:cNvCxnSpPr>
            <a:cxnSpLocks/>
          </p:cNvCxnSpPr>
          <p:nvPr userDrawn="1"/>
        </p:nvCxnSpPr>
        <p:spPr>
          <a:xfrm>
            <a:off x="251520" y="342902"/>
            <a:ext cx="0" cy="4598099"/>
          </a:xfrm>
          <a:prstGeom prst="line">
            <a:avLst/>
          </a:prstGeom>
          <a:ln w="19050" cap="sq">
            <a:solidFill>
              <a:srgbClr val="DC19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424ADC-1FB1-01C0-C9FF-E4D033A4A60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19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7E303C-0B78-3849-9B27-B8553B60DC0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 b="0" i="0">
              <a:latin typeface="AP Type Pro Text Light" panose="020B0303030202060203" pitchFamily="34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CE95B1-5A3E-7042-857C-C6D417E42CA1}"/>
              </a:ext>
            </a:extLst>
          </p:cNvPr>
          <p:cNvCxnSpPr/>
          <p:nvPr userDrawn="1"/>
        </p:nvCxnSpPr>
        <p:spPr>
          <a:xfrm>
            <a:off x="251520" y="342902"/>
            <a:ext cx="0" cy="4536677"/>
          </a:xfrm>
          <a:prstGeom prst="line">
            <a:avLst/>
          </a:prstGeom>
          <a:ln w="19050" cap="sq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68688-00CC-6E41-AFFA-727BC8E17446}"/>
              </a:ext>
            </a:extLst>
          </p:cNvPr>
          <p:cNvCxnSpPr/>
          <p:nvPr userDrawn="1"/>
        </p:nvCxnSpPr>
        <p:spPr>
          <a:xfrm>
            <a:off x="4272829" y="342902"/>
            <a:ext cx="0" cy="4536677"/>
          </a:xfrm>
          <a:prstGeom prst="line">
            <a:avLst/>
          </a:prstGeom>
          <a:ln w="19050" cap="sq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D5C06C1-D5BD-43C3-B9FC-8A3E39084C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677" y="4516217"/>
            <a:ext cx="1293300" cy="2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5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E3CC5C2F-4A36-0840-94FD-46F0308B0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2800" y="4835107"/>
            <a:ext cx="324000" cy="11509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en-GB" sz="600" b="0" i="0" smtClean="0">
                <a:latin typeface="AP Type Pro Text" panose="020B0503030202060203" pitchFamily="34" charset="77"/>
              </a:defRPr>
            </a:lvl1pPr>
          </a:lstStyle>
          <a:p>
            <a:fld id="{7870704B-CE94-48CC-AF30-84932A1262A7}" type="slidenum">
              <a:rPr lang="en-AU" smtClean="0"/>
              <a:pPr/>
              <a:t>‹#›</a:t>
            </a:fld>
            <a:endParaRPr lang="en-AU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B69CE4-08A1-4A27-B1B6-7557BC7F12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631" imgH="631" progId="TCLayout.ActiveDocument.1">
                  <p:embed/>
                </p:oleObj>
              </mc:Choice>
              <mc:Fallback>
                <p:oleObj name="think-cell Slide" r:id="rId15" imgW="631" imgH="63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B69CE4-08A1-4A27-B1B6-7557BC7F12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BAA710-0D99-467C-AB52-AEA267A40AAC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1" y="1"/>
            <a:ext cx="119063" cy="119063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</a:pPr>
            <a:endParaRPr lang="en-US" sz="3750" b="0" i="0" baseline="0">
              <a:latin typeface="AP Type Pro Display Medium" panose="020B0503030202060203" pitchFamily="34" charset="77"/>
              <a:cs typeface="+mj-cs"/>
              <a:sym typeface="AP Type Display Medium" panose="020B0603030202060203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533" y="735546"/>
            <a:ext cx="8246269" cy="6360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heading]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40533" y="1577580"/>
            <a:ext cx="8246269" cy="30551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319B5D3-7F58-1643-A2E1-36E5AEB34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533" y="4834238"/>
            <a:ext cx="2996738" cy="11582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600" b="0" i="0">
                <a:solidFill>
                  <a:schemeClr val="tx1"/>
                </a:solidFill>
                <a:latin typeface="AP Type Pro Text" panose="020B0503030202060203" pitchFamily="34" charset="77"/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95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120" r:id="rId2"/>
    <p:sldLayoutId id="2147484182" r:id="rId3"/>
    <p:sldLayoutId id="2147484184" r:id="rId4"/>
    <p:sldLayoutId id="2147484186" r:id="rId5"/>
    <p:sldLayoutId id="2147484178" r:id="rId6"/>
    <p:sldLayoutId id="2147484179" r:id="rId7"/>
    <p:sldLayoutId id="2147484180" r:id="rId8"/>
    <p:sldLayoutId id="2147484187" r:id="rId9"/>
    <p:sldLayoutId id="2147484181" r:id="rId10"/>
    <p:sldLayoutId id="2147484111" r:id="rId11"/>
  </p:sldLayoutIdLst>
  <p:hf sldNum="0" hdr="0" ftr="0" dt="0"/>
  <p:txStyles>
    <p:titleStyle>
      <a:lvl1pPr algn="l" defTabSz="514337" rtl="0" eaLnBrk="1" latinLnBrk="0" hangingPunct="1">
        <a:lnSpc>
          <a:spcPct val="85000"/>
        </a:lnSpc>
        <a:spcBef>
          <a:spcPct val="0"/>
        </a:spcBef>
        <a:buNone/>
        <a:defRPr lang="en-GB" sz="3750" b="0" i="0" kern="1200" dirty="0">
          <a:solidFill>
            <a:schemeClr val="tx1"/>
          </a:solidFill>
          <a:latin typeface="AP Type Pro Display Medium" panose="020B0503030202060203" pitchFamily="34" charset="77"/>
          <a:ea typeface="Roboto" panose="02000000000000000000" pitchFamily="2" charset="0"/>
          <a:cs typeface="+mj-cs"/>
        </a:defRPr>
      </a:lvl1pPr>
    </p:titleStyle>
    <p:bodyStyle>
      <a:lvl1pPr marL="0" indent="0" algn="l" defTabSz="514337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sz="1050" b="0" i="0" kern="1200">
          <a:solidFill>
            <a:schemeClr val="tx1"/>
          </a:solidFill>
          <a:latin typeface="AP Type Pro Text Light" panose="020B0303030202060203" pitchFamily="34" charset="77"/>
          <a:ea typeface="Roboto" panose="02000000000000000000" pitchFamily="2" charset="0"/>
          <a:cs typeface="+mn-cs"/>
        </a:defRPr>
      </a:lvl1pPr>
      <a:lvl2pPr marL="134997" indent="-134997" algn="l" defTabSz="514337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Tx/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AP Type Pro Text Light" panose="020B0303030202060203" pitchFamily="34" charset="77"/>
          <a:ea typeface="Roboto" panose="02000000000000000000" pitchFamily="2" charset="0"/>
          <a:cs typeface="+mn-cs"/>
        </a:defRPr>
      </a:lvl2pPr>
      <a:lvl3pPr marL="269993" indent="-134997" algn="l" defTabSz="514337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–"/>
        <a:defRPr sz="1050" b="0" i="0" kern="1200">
          <a:solidFill>
            <a:schemeClr val="tx1"/>
          </a:solidFill>
          <a:latin typeface="AP Type Pro Text Light" panose="020B0303030202060203" pitchFamily="34" charset="77"/>
          <a:ea typeface="Roboto" panose="02000000000000000000" pitchFamily="2" charset="0"/>
          <a:cs typeface="+mn-cs"/>
        </a:defRPr>
      </a:lvl3pPr>
      <a:lvl4pPr marL="404990" indent="-134997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Tx/>
        <a:buFont typeface="Arial" panose="020B0604020202020204" pitchFamily="34" charset="0"/>
        <a:buChar char="◦"/>
        <a:defRPr lang="en-US" sz="1050" b="0" i="0" kern="1200" dirty="0" smtClean="0">
          <a:solidFill>
            <a:schemeClr val="tx1"/>
          </a:solidFill>
          <a:latin typeface="AP Type Pro Text Light" panose="020B0303030202060203" pitchFamily="34" charset="77"/>
          <a:ea typeface="Roboto" panose="02000000000000000000" pitchFamily="2" charset="0"/>
          <a:cs typeface="+mn-cs"/>
        </a:defRPr>
      </a:lvl4pPr>
      <a:lvl5pPr marL="539987" indent="-134997" algn="l" defTabSz="514337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Tx/>
        <a:buFont typeface="Arial" panose="020B0604020202020204" pitchFamily="34" charset="0"/>
        <a:buChar char="›"/>
        <a:defRPr sz="1050" b="0" i="0" kern="1200">
          <a:solidFill>
            <a:schemeClr val="tx1"/>
          </a:solidFill>
          <a:latin typeface="AP Type Pro Text Light" panose="020B0303030202060203" pitchFamily="34" charset="77"/>
          <a:ea typeface="Roboto" panose="02000000000000000000" pitchFamily="2" charset="0"/>
          <a:cs typeface="+mn-cs"/>
        </a:defRPr>
      </a:lvl5pPr>
      <a:lvl6pPr marL="134997" indent="-134997" algn="l" defTabSz="514337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+mj-lt"/>
        <a:buAutoNum type="arabicPeriod"/>
        <a:defRPr sz="1050" kern="1200">
          <a:solidFill>
            <a:schemeClr val="tx1"/>
          </a:solidFill>
          <a:latin typeface="AP Type Pro Text" panose="020B0503030202060203" pitchFamily="34" charset="0"/>
          <a:ea typeface="Roboto" panose="02000000000000000000" pitchFamily="2" charset="0"/>
          <a:cs typeface="+mn-cs"/>
        </a:defRPr>
      </a:lvl6pPr>
      <a:lvl7pPr marL="269993" indent="-134997" algn="l" defTabSz="514337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+mj-lt"/>
        <a:buAutoNum type="alphaLcPeriod"/>
        <a:defRPr sz="1050" kern="1200">
          <a:solidFill>
            <a:schemeClr val="tx1"/>
          </a:solidFill>
          <a:latin typeface="AP Type Pro Text" panose="020B0503030202060203" pitchFamily="34" charset="0"/>
          <a:ea typeface="Roboto" panose="02000000000000000000" pitchFamily="2" charset="0"/>
          <a:cs typeface="+mn-cs"/>
        </a:defRPr>
      </a:lvl7pPr>
      <a:lvl8pPr marL="404990" indent="-134997" algn="l" defTabSz="514337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+mj-lt"/>
        <a:buAutoNum type="romanLcPeriod"/>
        <a:defRPr sz="1050" kern="1200">
          <a:solidFill>
            <a:schemeClr val="tx1"/>
          </a:solidFill>
          <a:latin typeface="AP Type Pro Text" panose="020B0503030202060203" pitchFamily="34" charset="0"/>
          <a:ea typeface="Roboto" panose="02000000000000000000" pitchFamily="2" charset="0"/>
          <a:cs typeface="+mn-cs"/>
        </a:defRPr>
      </a:lvl8pPr>
      <a:lvl9pPr marL="0" indent="0" algn="l" defTabSz="514337" rtl="0" eaLnBrk="1" latinLnBrk="0" hangingPunct="1">
        <a:lnSpc>
          <a:spcPct val="100000"/>
        </a:lnSpc>
        <a:spcBef>
          <a:spcPts val="0"/>
        </a:spcBef>
        <a:spcAft>
          <a:spcPts val="1350"/>
        </a:spcAft>
        <a:buFont typeface="Arial" panose="020B0604020202020204" pitchFamily="34" charset="0"/>
        <a:buNone/>
        <a:defRPr sz="1200" b="1" kern="1200">
          <a:solidFill>
            <a:srgbClr val="DC1928"/>
          </a:solidFill>
          <a:latin typeface="AP Type Pro Text" panose="020B0503030202060203" pitchFamily="34" charset="0"/>
          <a:ea typeface="Roboto" panose="02000000000000000000" pitchFamily="2" charset="0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5" pos="272" userDrawn="1">
          <p15:clr>
            <a:srgbClr val="F26B43"/>
          </p15:clr>
        </p15:guide>
        <p15:guide id="16" pos="4112" userDrawn="1">
          <p15:clr>
            <a:srgbClr val="F26B43"/>
          </p15:clr>
        </p15:guide>
        <p15:guide id="19" orient="horz" pos="2198" userDrawn="1">
          <p15:clr>
            <a:srgbClr val="F26B43"/>
          </p15:clr>
        </p15:guide>
        <p15:guide id="24" orient="horz" pos="849" userDrawn="1">
          <p15:clr>
            <a:srgbClr val="F26B43"/>
          </p15:clr>
        </p15:guide>
        <p15:guide id="26" orient="horz" pos="645" userDrawn="1">
          <p15:clr>
            <a:srgbClr val="F26B43"/>
          </p15:clr>
        </p15:guide>
        <p15:guide id="27" orient="horz" pos="214" userDrawn="1">
          <p15:clr>
            <a:srgbClr val="F26B43"/>
          </p15:clr>
        </p15:guide>
        <p15:guide id="28" orient="horz" pos="2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41">
            <a:extLst>
              <a:ext uri="{FF2B5EF4-FFF2-40B4-BE49-F238E27FC236}">
                <a16:creationId xmlns:a16="http://schemas.microsoft.com/office/drawing/2014/main" id="{6BE770BB-523E-753F-753E-6F4E010B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00" b="125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CBD568-6582-1448-3F95-F3BDDA5CBBF2}"/>
              </a:ext>
            </a:extLst>
          </p:cNvPr>
          <p:cNvSpPr/>
          <p:nvPr/>
        </p:nvSpPr>
        <p:spPr>
          <a:xfrm>
            <a:off x="0" y="0"/>
            <a:ext cx="5642264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U" sz="1050">
              <a:latin typeface="AP Type Pro Text Light" panose="020B030303020206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6004B-43B2-B9B3-15EE-0A5A9C10F2A9}"/>
              </a:ext>
            </a:extLst>
          </p:cNvPr>
          <p:cNvSpPr/>
          <p:nvPr/>
        </p:nvSpPr>
        <p:spPr>
          <a:xfrm>
            <a:off x="1" y="0"/>
            <a:ext cx="23195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050">
              <a:latin typeface="AP Type Pro Text Light" panose="020B0303030202060203" pitchFamily="34" charset="77"/>
            </a:endParaRP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A2E486D9-2144-9860-C3BF-997895BC4A0B}"/>
              </a:ext>
            </a:extLst>
          </p:cNvPr>
          <p:cNvSpPr txBox="1">
            <a:spLocks/>
          </p:cNvSpPr>
          <p:nvPr/>
        </p:nvSpPr>
        <p:spPr>
          <a:xfrm>
            <a:off x="440533" y="1306116"/>
            <a:ext cx="5931238" cy="22563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GB" sz="4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pPr>
              <a:spcAft>
                <a:spcPts val="450"/>
              </a:spcAft>
            </a:pPr>
            <a:r>
              <a:rPr lang="en-AU" sz="8625">
                <a:solidFill>
                  <a:srgbClr val="FFFFFF"/>
                </a:solidFill>
              </a:rPr>
              <a:t>Australia Post Group</a:t>
            </a:r>
            <a:endParaRPr lang="en-AU" sz="3000">
              <a:solidFill>
                <a:srgbClr val="FFFFFF"/>
              </a:solidFill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C580DFD1-EDD1-3E5A-9C6E-72E85FFF7168}"/>
              </a:ext>
            </a:extLst>
          </p:cNvPr>
          <p:cNvSpPr txBox="1">
            <a:spLocks/>
          </p:cNvSpPr>
          <p:nvPr/>
        </p:nvSpPr>
        <p:spPr>
          <a:xfrm>
            <a:off x="441723" y="3612769"/>
            <a:ext cx="2846729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GB" sz="4000" b="0" i="0" kern="1200" dirty="0">
                <a:solidFill>
                  <a:schemeClr val="tx1"/>
                </a:solidFill>
                <a:latin typeface="AP Type Pro Display Medium" panose="020B0503030202060203" pitchFamily="34" charset="77"/>
                <a:ea typeface="Roboto" panose="02000000000000000000" pitchFamily="2" charset="0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225"/>
              </a:spcAft>
            </a:pPr>
            <a:r>
              <a:rPr lang="en-GB" sz="1500">
                <a:solidFill>
                  <a:schemeClr val="bg1"/>
                </a:solidFill>
              </a:rPr>
              <a:t>Delivering like never before</a:t>
            </a:r>
          </a:p>
        </p:txBody>
      </p:sp>
      <p:sp>
        <p:nvSpPr>
          <p:cNvPr id="3" name="Round Same-side Corner of Rectangle 8">
            <a:extLst>
              <a:ext uri="{FF2B5EF4-FFF2-40B4-BE49-F238E27FC236}">
                <a16:creationId xmlns:a16="http://schemas.microsoft.com/office/drawing/2014/main" id="{DB6825CD-FCB8-0BAC-1DB0-E5117A7FD1BC}"/>
              </a:ext>
            </a:extLst>
          </p:cNvPr>
          <p:cNvSpPr/>
          <p:nvPr/>
        </p:nvSpPr>
        <p:spPr>
          <a:xfrm rot="16200000">
            <a:off x="6840562" y="2529763"/>
            <a:ext cx="635338" cy="39715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U" sz="1400">
              <a:latin typeface="AP Type Pro Text Light" panose="020B0303030202060203" pitchFamily="34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C1A696-DB6B-94C4-B968-C819EC851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8042" y="4354114"/>
            <a:ext cx="1474505" cy="32283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F341598-A7B0-B581-08A5-13B1198EBE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1705" y="4191754"/>
            <a:ext cx="1847334" cy="64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6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ROJECTEDC1812A-7D45-493B-8A44-C3147F3C2B20" val="2020-45-24 04:45:42 +11:0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hDCDUQBDixQ6YWtpTsT4g"/>
</p:tagLst>
</file>

<file path=ppt/theme/theme1.xml><?xml version="1.0" encoding="utf-8"?>
<a:theme xmlns:a="http://schemas.openxmlformats.org/drawingml/2006/main" name="1_AUSTRALIAN POST Theme1">
  <a:themeElements>
    <a:clrScheme name="AP - Startrack">
      <a:dk1>
        <a:srgbClr val="000000"/>
      </a:dk1>
      <a:lt1>
        <a:srgbClr val="FFFFFF"/>
      </a:lt1>
      <a:dk2>
        <a:srgbClr val="63636A"/>
      </a:dk2>
      <a:lt2>
        <a:srgbClr val="003359"/>
      </a:lt2>
      <a:accent1>
        <a:srgbClr val="009FDA"/>
      </a:accent1>
      <a:accent2>
        <a:srgbClr val="003359"/>
      </a:accent2>
      <a:accent3>
        <a:srgbClr val="DC1928"/>
      </a:accent3>
      <a:accent4>
        <a:srgbClr val="0099FD"/>
      </a:accent4>
      <a:accent5>
        <a:srgbClr val="003359"/>
      </a:accent5>
      <a:accent6>
        <a:srgbClr val="DC1928"/>
      </a:accent6>
      <a:hlink>
        <a:srgbClr val="0099FD"/>
      </a:hlink>
      <a:folHlink>
        <a:srgbClr val="DC1928"/>
      </a:folHlink>
    </a:clrScheme>
    <a:fontScheme name="Custom 26">
      <a:majorFont>
        <a:latin typeface="AP Type Pro Display Medium"/>
        <a:ea typeface=""/>
        <a:cs typeface=""/>
      </a:majorFont>
      <a:minorFont>
        <a:latin typeface="AP Type Pro Text Light"/>
        <a:ea typeface=""/>
        <a:cs typeface=""/>
      </a:minorFont>
    </a:fontScheme>
    <a:fmtScheme name="PwC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4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00000"/>
          </a:lnSpc>
          <a:spcAft>
            <a:spcPts val="600"/>
          </a:spcAft>
          <a:buSzPct val="100000"/>
          <a:defRPr sz="1400" dirty="0" err="1" smtClean="0"/>
        </a:defPPr>
      </a:lstStyle>
    </a:txDef>
  </a:objectDefaults>
  <a:extraClrSchemeLst/>
  <a:custClrLst>
    <a:custClr name="Dark Orange 2">
      <a:srgbClr val="571F01"/>
    </a:custClr>
    <a:custClr name="Dark Orange 1">
      <a:srgbClr val="933401"/>
    </a:custClr>
    <a:custClr name="Primary Orange">
      <a:srgbClr val="D04A02"/>
    </a:custClr>
    <a:custClr name="Light Orange 1">
      <a:srgbClr val="FD6412"/>
    </a:custClr>
    <a:custClr name="Light Orange 2">
      <a:srgbClr val="FEB791"/>
    </a:custClr>
    <a:custClr name="Dark Tangerine 2">
      <a:srgbClr val="714300"/>
    </a:custClr>
    <a:custClr name="Dark Tangerine 1">
      <a:srgbClr val="AE6800"/>
    </a:custClr>
    <a:custClr name="Primary Tangerine">
      <a:srgbClr val="EB8C00"/>
    </a:custClr>
    <a:custClr name="Light Tangerine 1">
      <a:srgbClr val="FFA929"/>
    </a:custClr>
    <a:custClr name="Light Tangerine 2">
      <a:srgbClr val="FFDCA9"/>
    </a:custClr>
    <a:custClr name="Dark Yellow 2">
      <a:srgbClr val="855F00"/>
    </a:custClr>
    <a:custClr name="Dark Yellow 1">
      <a:srgbClr val="C28A00"/>
    </a:custClr>
    <a:custClr name="Primary Yellow">
      <a:srgbClr val="FFB600"/>
    </a:custClr>
    <a:custClr name="Light Yellow 1">
      <a:srgbClr val="FFC83D"/>
    </a:custClr>
    <a:custClr name="Light Yellow 2">
      <a:srgbClr val="FFECBD"/>
    </a:custClr>
    <a:custClr name="Dark Rose 2">
      <a:srgbClr val="6E2A35"/>
    </a:custClr>
    <a:custClr name="Dark Rose 1">
      <a:srgbClr val="A43E50"/>
    </a:custClr>
    <a:custClr name="Primary Rose">
      <a:srgbClr val="DB536A"/>
    </a:custClr>
    <a:custClr name="Light Rose 1">
      <a:srgbClr val="E27588"/>
    </a:custClr>
    <a:custClr name="Light Rose 2">
      <a:srgbClr val="F1BAC3"/>
    </a:custClr>
    <a:custClr name="Dark Red 2">
      <a:srgbClr val="741910"/>
    </a:custClr>
    <a:custClr name="Dark Red 1">
      <a:srgbClr val="AA2417"/>
    </a:custClr>
    <a:custClr name="Primary Red">
      <a:srgbClr val="E0301E"/>
    </a:custClr>
    <a:custClr name="Light Red 1">
      <a:srgbClr val="E86153"/>
    </a:custClr>
    <a:custClr name="Light Red 2">
      <a:srgbClr val="F7C8C4"/>
    </a:custClr>
    <a:custClr name="Black">
      <a:srgbClr val="000000"/>
    </a:custClr>
    <a:custClr name="Dark Grey">
      <a:srgbClr val="2D2D2D"/>
    </a:custClr>
    <a:custClr name="Medium Grey">
      <a:srgbClr val="464646"/>
    </a:custClr>
    <a:custClr name="Grey">
      <a:srgbClr val="7D7D7D"/>
    </a:custClr>
    <a:custClr name="Light Grey">
      <a:srgbClr val="DEDEDE"/>
    </a:custClr>
    <a:custClr name="Dark Purple 2">
      <a:srgbClr val="4B06B2"/>
    </a:custClr>
    <a:custClr name="Dark Purple 1">
      <a:srgbClr val="6A1CE2"/>
    </a:custClr>
    <a:custClr name="Secondary Purple">
      <a:srgbClr val="9013FE"/>
    </a:custClr>
    <a:custClr name="Light Purple 1">
      <a:srgbClr val="B15AFE"/>
    </a:custClr>
    <a:custClr name="Light Purple 2">
      <a:srgbClr val="DEB8FF"/>
    </a:custClr>
    <a:custClr name="Dark Blue 2">
      <a:srgbClr val="003DAB"/>
    </a:custClr>
    <a:custClr name="Dark Blue 1">
      <a:srgbClr val="0060D7"/>
    </a:custClr>
    <a:custClr name="Secondary Blue">
      <a:srgbClr val="0089EB"/>
    </a:custClr>
    <a:custClr name="Light Blue 1">
      <a:srgbClr val="4DACF1"/>
    </a:custClr>
    <a:custClr name="Light Blue 2">
      <a:srgbClr val="B3DCF9"/>
    </a:custClr>
    <a:custClr name="Dark Green 2">
      <a:srgbClr val="175C2C"/>
    </a:custClr>
    <a:custClr name="Dark Green 1">
      <a:srgbClr val="2C8646"/>
    </a:custClr>
    <a:custClr name="Secondary Green">
      <a:srgbClr val="4EB523"/>
    </a:custClr>
    <a:custClr name="Light Green 1">
      <a:srgbClr val="86DB4F"/>
    </a:custClr>
    <a:custClr name="Light Green 2">
      <a:srgbClr val="C4FC9F"/>
    </a:custClr>
    <a:custClr name="Status Red">
      <a:srgbClr val="E0301E"/>
    </a:custClr>
    <a:custClr name="Status Yellow">
      <a:srgbClr val="FFB600"/>
    </a:custClr>
    <a:custClr name="Status Green">
      <a:srgbClr val="175C2C"/>
    </a:custClr>
  </a:custClrLst>
  <a:extLst>
    <a:ext uri="{05A4C25C-085E-4340-85A3-A5531E510DB2}">
      <thm15:themeFamily xmlns:thm15="http://schemas.microsoft.com/office/thememl/2012/main" name="Presentation2" id="{C3B83936-F19B-43AB-B081-9F7E7DFB8341}" vid="{E74FCCA5-7248-4E86-BF17-F3EFC9F114D4}"/>
    </a:ext>
  </a:extLst>
</a:theme>
</file>

<file path=ppt/theme/theme2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PwC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PwC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4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/>
      <a:lstStyle>
        <a:defPPr marL="182880" indent="-182880">
          <a:lnSpc>
            <a:spcPct val="100000"/>
          </a:lnSpc>
          <a:spcAft>
            <a:spcPts val="600"/>
          </a:spcAft>
          <a:buSzPct val="100000"/>
          <a:buFont typeface="Arial"/>
          <a:buChar char="•"/>
          <a:defRPr sz="1400"/>
        </a:defPPr>
      </a:lstStyle>
    </a:txDef>
  </a:objectDefaults>
  <a:extraClrSchemeLst/>
  <a:custClrLst>
    <a:custClr name="Dark Orange 2">
      <a:srgbClr val="571F01"/>
    </a:custClr>
    <a:custClr name="Dark Orange 1">
      <a:srgbClr val="933401"/>
    </a:custClr>
    <a:custClr name="Primary Orange">
      <a:srgbClr val="D04A02"/>
    </a:custClr>
    <a:custClr name="Light Orange 1">
      <a:srgbClr val="FD6412"/>
    </a:custClr>
    <a:custClr name="Light Orange 2">
      <a:srgbClr val="FEB791"/>
    </a:custClr>
    <a:custClr name="Dark Tangerine 2">
      <a:srgbClr val="714300"/>
    </a:custClr>
    <a:custClr name="Dark Tangerine 1">
      <a:srgbClr val="AE6800"/>
    </a:custClr>
    <a:custClr name="Primary Tangerine">
      <a:srgbClr val="EB8C00"/>
    </a:custClr>
    <a:custClr name="Light Tangerine 1">
      <a:srgbClr val="FFA929"/>
    </a:custClr>
    <a:custClr name="Light Tangerine 2">
      <a:srgbClr val="FFDCA9"/>
    </a:custClr>
    <a:custClr name="Dark Yellow 2">
      <a:srgbClr val="855F00"/>
    </a:custClr>
    <a:custClr name="Dark Yellow 1">
      <a:srgbClr val="C28A00"/>
    </a:custClr>
    <a:custClr name="Primary Yellow">
      <a:srgbClr val="FFB600"/>
    </a:custClr>
    <a:custClr name="Light Yellow 1">
      <a:srgbClr val="FFC83D"/>
    </a:custClr>
    <a:custClr name="Light Yellow 2">
      <a:srgbClr val="FFECBD"/>
    </a:custClr>
    <a:custClr name="Dark Rose 2">
      <a:srgbClr val="6E2A35"/>
    </a:custClr>
    <a:custClr name="Dark Rose 1">
      <a:srgbClr val="A43E50"/>
    </a:custClr>
    <a:custClr name="Primary Rose">
      <a:srgbClr val="DB536A"/>
    </a:custClr>
    <a:custClr name="Light Rose 1">
      <a:srgbClr val="E27588"/>
    </a:custClr>
    <a:custClr name="Light Rose 2">
      <a:srgbClr val="F1BAC3"/>
    </a:custClr>
    <a:custClr name="Dark Red 2">
      <a:srgbClr val="741910"/>
    </a:custClr>
    <a:custClr name="Dark Red 1">
      <a:srgbClr val="AA2417"/>
    </a:custClr>
    <a:custClr name="Primary Red">
      <a:srgbClr val="E0301E"/>
    </a:custClr>
    <a:custClr name="Light Red 1">
      <a:srgbClr val="E86153"/>
    </a:custClr>
    <a:custClr name="Light Red 2">
      <a:srgbClr val="F7C8C4"/>
    </a:custClr>
    <a:custClr name="Black">
      <a:srgbClr val="000000"/>
    </a:custClr>
    <a:custClr name="Dark Grey">
      <a:srgbClr val="2D2D2D"/>
    </a:custClr>
    <a:custClr name="Medium Grey">
      <a:srgbClr val="464646"/>
    </a:custClr>
    <a:custClr name="Grey">
      <a:srgbClr val="7D7D7D"/>
    </a:custClr>
    <a:custClr name="Light Grey">
      <a:srgbClr val="DEDEDE"/>
    </a:custClr>
    <a:custClr name="Dark Purple 2">
      <a:srgbClr val="4B06B2"/>
    </a:custClr>
    <a:custClr name="Dark Purple 1">
      <a:srgbClr val="6A1CE2"/>
    </a:custClr>
    <a:custClr name="Secondary Purple">
      <a:srgbClr val="9013FE"/>
    </a:custClr>
    <a:custClr name="Light Purple 1">
      <a:srgbClr val="B15AFE"/>
    </a:custClr>
    <a:custClr name="Light Purple 2">
      <a:srgbClr val="DEB8FF"/>
    </a:custClr>
    <a:custClr name="Dark Blue 2">
      <a:srgbClr val="003DAB"/>
    </a:custClr>
    <a:custClr name="Dark Blue 1">
      <a:srgbClr val="0060D7"/>
    </a:custClr>
    <a:custClr name="Secondary Blue">
      <a:srgbClr val="0089EB"/>
    </a:custClr>
    <a:custClr name="Light Blue 1">
      <a:srgbClr val="4DACF1"/>
    </a:custClr>
    <a:custClr name="Light Blue 2">
      <a:srgbClr val="B3DCF9"/>
    </a:custClr>
    <a:custClr name="Dark Green 2">
      <a:srgbClr val="175C2C"/>
    </a:custClr>
    <a:custClr name="Dark Green 1">
      <a:srgbClr val="2C8646"/>
    </a:custClr>
    <a:custClr name="Secondary Green">
      <a:srgbClr val="4EB523"/>
    </a:custClr>
    <a:custClr name="Light Green 1">
      <a:srgbClr val="86DB4F"/>
    </a:custClr>
    <a:custClr name="Light Green 2">
      <a:srgbClr val="C4FC9F"/>
    </a:custClr>
    <a:custClr name="Status Red">
      <a:srgbClr val="E0301E"/>
    </a:custClr>
    <a:custClr name="Status Yellow">
      <a:srgbClr val="FFB600"/>
    </a:custClr>
    <a:custClr name="Status Green">
      <a:srgbClr val="175C2C"/>
    </a:custClr>
  </a:custClrLst>
</a:theme>
</file>

<file path=ppt/theme/theme3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PwC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PwC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4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/>
      <a:lstStyle>
        <a:defPPr marL="182880" indent="-182880">
          <a:lnSpc>
            <a:spcPct val="100000"/>
          </a:lnSpc>
          <a:spcAft>
            <a:spcPts val="600"/>
          </a:spcAft>
          <a:buSzPct val="100000"/>
          <a:buFont typeface="Arial"/>
          <a:buChar char="•"/>
          <a:defRPr sz="1400"/>
        </a:defPPr>
      </a:lstStyle>
    </a:txDef>
  </a:objectDefaults>
  <a:extraClrSchemeLst/>
  <a:custClrLst>
    <a:custClr name="Dark Orange 2">
      <a:srgbClr val="571F01"/>
    </a:custClr>
    <a:custClr name="Dark Orange 1">
      <a:srgbClr val="933401"/>
    </a:custClr>
    <a:custClr name="Primary Orange">
      <a:srgbClr val="D04A02"/>
    </a:custClr>
    <a:custClr name="Light Orange 1">
      <a:srgbClr val="FD6412"/>
    </a:custClr>
    <a:custClr name="Light Orange 2">
      <a:srgbClr val="FEB791"/>
    </a:custClr>
    <a:custClr name="Dark Tangerine 2">
      <a:srgbClr val="714300"/>
    </a:custClr>
    <a:custClr name="Dark Tangerine 1">
      <a:srgbClr val="AE6800"/>
    </a:custClr>
    <a:custClr name="Primary Tangerine">
      <a:srgbClr val="EB8C00"/>
    </a:custClr>
    <a:custClr name="Light Tangerine 1">
      <a:srgbClr val="FFA929"/>
    </a:custClr>
    <a:custClr name="Light Tangerine 2">
      <a:srgbClr val="FFDCA9"/>
    </a:custClr>
    <a:custClr name="Dark Yellow 2">
      <a:srgbClr val="855F00"/>
    </a:custClr>
    <a:custClr name="Dark Yellow 1">
      <a:srgbClr val="C28A00"/>
    </a:custClr>
    <a:custClr name="Primary Yellow">
      <a:srgbClr val="FFB600"/>
    </a:custClr>
    <a:custClr name="Light Yellow 1">
      <a:srgbClr val="FFC83D"/>
    </a:custClr>
    <a:custClr name="Light Yellow 2">
      <a:srgbClr val="FFECBD"/>
    </a:custClr>
    <a:custClr name="Dark Rose 2">
      <a:srgbClr val="6E2A35"/>
    </a:custClr>
    <a:custClr name="Dark Rose 1">
      <a:srgbClr val="A43E50"/>
    </a:custClr>
    <a:custClr name="Primary Rose">
      <a:srgbClr val="DB536A"/>
    </a:custClr>
    <a:custClr name="Light Rose 1">
      <a:srgbClr val="E27588"/>
    </a:custClr>
    <a:custClr name="Light Rose 2">
      <a:srgbClr val="F1BAC3"/>
    </a:custClr>
    <a:custClr name="Dark Red 2">
      <a:srgbClr val="741910"/>
    </a:custClr>
    <a:custClr name="Dark Red 1">
      <a:srgbClr val="AA2417"/>
    </a:custClr>
    <a:custClr name="Primary Red">
      <a:srgbClr val="E0301E"/>
    </a:custClr>
    <a:custClr name="Light Red 1">
      <a:srgbClr val="E86153"/>
    </a:custClr>
    <a:custClr name="Light Red 2">
      <a:srgbClr val="F7C8C4"/>
    </a:custClr>
    <a:custClr name="Black">
      <a:srgbClr val="000000"/>
    </a:custClr>
    <a:custClr name="Dark Grey">
      <a:srgbClr val="2D2D2D"/>
    </a:custClr>
    <a:custClr name="Medium Grey">
      <a:srgbClr val="464646"/>
    </a:custClr>
    <a:custClr name="Grey">
      <a:srgbClr val="7D7D7D"/>
    </a:custClr>
    <a:custClr name="Light Grey">
      <a:srgbClr val="DEDEDE"/>
    </a:custClr>
    <a:custClr name="Dark Purple 2">
      <a:srgbClr val="4B06B2"/>
    </a:custClr>
    <a:custClr name="Dark Purple 1">
      <a:srgbClr val="6A1CE2"/>
    </a:custClr>
    <a:custClr name="Secondary Purple">
      <a:srgbClr val="9013FE"/>
    </a:custClr>
    <a:custClr name="Light Purple 1">
      <a:srgbClr val="B15AFE"/>
    </a:custClr>
    <a:custClr name="Light Purple 2">
      <a:srgbClr val="DEB8FF"/>
    </a:custClr>
    <a:custClr name="Dark Blue 2">
      <a:srgbClr val="003DAB"/>
    </a:custClr>
    <a:custClr name="Dark Blue 1">
      <a:srgbClr val="0060D7"/>
    </a:custClr>
    <a:custClr name="Secondary Blue">
      <a:srgbClr val="0089EB"/>
    </a:custClr>
    <a:custClr name="Light Blue 1">
      <a:srgbClr val="4DACF1"/>
    </a:custClr>
    <a:custClr name="Light Blue 2">
      <a:srgbClr val="B3DCF9"/>
    </a:custClr>
    <a:custClr name="Dark Green 2">
      <a:srgbClr val="175C2C"/>
    </a:custClr>
    <a:custClr name="Dark Green 1">
      <a:srgbClr val="2C8646"/>
    </a:custClr>
    <a:custClr name="Secondary Green">
      <a:srgbClr val="4EB523"/>
    </a:custClr>
    <a:custClr name="Light Green 1">
      <a:srgbClr val="86DB4F"/>
    </a:custClr>
    <a:custClr name="Light Green 2">
      <a:srgbClr val="C4FC9F"/>
    </a:custClr>
    <a:custClr name="Status Red">
      <a:srgbClr val="E0301E"/>
    </a:custClr>
    <a:custClr name="Status Yellow">
      <a:srgbClr val="FFB600"/>
    </a:custClr>
    <a:custClr name="Status Green">
      <a:srgbClr val="175C2C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E93DDF92DCAE479C7396ABA07ECC8F" ma:contentTypeVersion="56" ma:contentTypeDescription="Create a new document." ma:contentTypeScope="" ma:versionID="d24e6e8dcdfc689937486aa0e93ed474">
  <xsd:schema xmlns:xsd="http://www.w3.org/2001/XMLSchema" xmlns:xs="http://www.w3.org/2001/XMLSchema" xmlns:p="http://schemas.microsoft.com/office/2006/metadata/properties" xmlns:ns2="32fe967a-2be3-43d4-8634-748d1ef8e360" xmlns:ns3="4387ae5b-4f8f-4fc2-9aeb-12f928ca5f6b" targetNamespace="http://schemas.microsoft.com/office/2006/metadata/properties" ma:root="true" ma:fieldsID="922c33a89ed1e675ba7e1350d636af48" ns2:_="" ns3:_="">
    <xsd:import namespace="32fe967a-2be3-43d4-8634-748d1ef8e360"/>
    <xsd:import namespace="4387ae5b-4f8f-4fc2-9aeb-12f928ca5f6b"/>
    <xsd:element name="properties">
      <xsd:complexType>
        <xsd:sequence>
          <xsd:element name="documentManagement">
            <xsd:complexType>
              <xsd:all>
                <xsd:element ref="ns2:_dlc_DocIdUrl" minOccurs="0"/>
                <xsd:element ref="ns3:Profile" minOccurs="0"/>
                <xsd:element ref="ns3:Asset_x0020_Type"/>
                <xsd:element ref="ns3:Usage"/>
                <xsd:element ref="ns3:Expiration_x0020_Date0" minOccurs="0"/>
                <xsd:element ref="ns3:Predictive"/>
                <xsd:element ref="ns3:Test"/>
                <xsd:element ref="ns3:AMPerson" minOccurs="0"/>
                <xsd:element ref="ns3:AM" minOccurs="0"/>
                <xsd:element ref="ns3:Region" minOccurs="0"/>
                <xsd:element ref="ns3:Segment" minOccurs="0"/>
                <xsd:element ref="ns3:Industry" minOccurs="0"/>
                <xsd:element ref="ns3:Marketing_x0020_Classification" minOccurs="0"/>
                <xsd:element ref="ns3:Sales_x0020_Stage" minOccurs="0"/>
                <xsd:element ref="ns3:Audience" minOccurs="0"/>
                <xsd:element ref="ns3:Product_x0020_Class" minOccurs="0"/>
                <xsd:element ref="ns3:Product_x0020_Line" minOccurs="0"/>
                <xsd:element ref="ns3:Product_x0020_Typ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Product_x0020_Level_x0020_3" minOccurs="0"/>
                <xsd:element ref="ns3:Product_x0020_Level_x0020_4" minOccurs="0"/>
                <xsd:element ref="ns3:Product_x0020_Level_x0020_5" minOccurs="0"/>
                <xsd:element ref="ns2:SharedWithUsers" minOccurs="0"/>
                <xsd:element ref="ns2:SharedWithDetails" minOccurs="0"/>
                <xsd:element ref="ns2:_dlc_DocId" minOccurs="0"/>
                <xsd:element ref="ns3:Campaign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Last_x0020_Review_x0020_Date" minOccurs="0"/>
                <xsd:element ref="ns3:MediaServiceObjectDetectorVersions" minOccurs="0"/>
                <xsd:element ref="ns3:Presentations" minOccurs="0"/>
                <xsd:element ref="ns3:MediaServiceSearchProperties" minOccurs="0"/>
                <xsd:element ref="ns2:_dlc_DocIdPersistId" minOccurs="0"/>
                <xsd:element ref="ns3:MediaServiceLocation" minOccurs="0"/>
                <xsd:element ref="ns3:MediaServiceBillingMetadata" minOccurs="0"/>
                <xsd:element ref="ns3:CategoryTopic" minOccurs="0"/>
                <xsd:element ref="ns3:InternalAudience_x002f_profile" minOccurs="0"/>
                <xsd:element ref="ns3:ContentOwnersEmail" minOccurs="0"/>
                <xsd:element ref="ns3:PostBillpayTeam" minOccurs="0"/>
                <xsd:element ref="ns3:Contentowneremail2"/>
                <xsd:element ref="ns3:Refresh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e967a-2be3-43d4-8634-748d1ef8e360" elementFormDefault="qualified">
    <xsd:import namespace="http://schemas.microsoft.com/office/2006/documentManagement/types"/>
    <xsd:import namespace="http://schemas.microsoft.com/office/infopath/2007/PartnerControls"/>
    <xsd:element name="_dlc_DocIdUrl" ma:index="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haredWithUsers" ma:index="3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3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35" nillable="true" ma:displayName="Document ID Value" ma:description="The value of the document ID assigned to this item." ma:hidden="true" ma:internalName="_dlc_DocId" ma:readOnly="false">
      <xsd:simpleType>
        <xsd:restriction base="dms:Text"/>
      </xsd:simpleType>
    </xsd:element>
    <xsd:element name="TaxCatchAll" ma:index="43" nillable="true" ma:displayName="Taxonomy Catch All Column" ma:hidden="true" ma:list="{0864e7de-7a4f-4c27-94b3-48aee6f57f62}" ma:internalName="TaxCatchAll" ma:readOnly="false" ma:showField="CatchAllData" ma:web="32fe967a-2be3-43d4-8634-748d1ef8e3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PersistId" ma:index="49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87ae5b-4f8f-4fc2-9aeb-12f928ca5f6b" elementFormDefault="qualified">
    <xsd:import namespace="http://schemas.microsoft.com/office/2006/documentManagement/types"/>
    <xsd:import namespace="http://schemas.microsoft.com/office/infopath/2007/PartnerControls"/>
    <xsd:element name="Profile" ma:index="3" nillable="true" ma:displayName="Profile" ma:format="Dropdown" ma:internalName="Profile" ma:readOnly="false">
      <xsd:simpleType>
        <xsd:restriction base="dms:Note">
          <xsd:maxLength value="255"/>
        </xsd:restriction>
      </xsd:simpleType>
    </xsd:element>
    <xsd:element name="Asset_x0020_Type" ma:index="4" ma:displayName="Asset Type" ma:format="Dropdown" ma:internalName="Asset_x0020_Type">
      <xsd:simpleType>
        <xsd:restriction base="dms:Choice">
          <xsd:enumeration value="Calendar"/>
          <xsd:enumeration value="Case Studies"/>
          <xsd:enumeration value="Customer Presentations"/>
          <xsd:enumeration value="Email Templates"/>
          <xsd:enumeration value="Fact Sheets"/>
          <xsd:enumeration value="FAQs"/>
          <xsd:enumeration value="Forms"/>
          <xsd:enumeration value="Insights"/>
          <xsd:enumeration value="Invitations"/>
          <xsd:enumeration value="Marketing Assets"/>
          <xsd:enumeration value="Terms, Conditions, Pricing, Schedules"/>
          <xsd:enumeration value="Training"/>
          <xsd:enumeration value="Guides"/>
          <xsd:enumeration value="Videos"/>
        </xsd:restriction>
      </xsd:simpleType>
    </xsd:element>
    <xsd:element name="Usage" ma:index="5" ma:displayName="Usage" ma:format="Dropdown" ma:indexed="true" ma:internalName="Usage">
      <xsd:simpleType>
        <xsd:restriction base="dms:Choice">
          <xsd:enumeration value="External"/>
          <xsd:enumeration value="Internal Use Only"/>
          <xsd:enumeration value="Download"/>
        </xsd:restriction>
      </xsd:simpleType>
    </xsd:element>
    <xsd:element name="Expiration_x0020_Date0" ma:index="6" nillable="true" ma:displayName="Publish Date" ma:default="[today]" ma:format="DateOnly" ma:internalName="Expiration_x0020_Date0">
      <xsd:simpleType>
        <xsd:restriction base="dms:DateTime"/>
      </xsd:simpleType>
    </xsd:element>
    <xsd:element name="Predictive" ma:index="7" ma:displayName="Predictive" ma:default="True" ma:format="Dropdown" ma:internalName="Predictive" ma:readOnly="false">
      <xsd:simpleType>
        <xsd:restriction base="dms:Choice">
          <xsd:enumeration value="True"/>
          <xsd:enumeration value="False"/>
        </xsd:restriction>
      </xsd:simpleType>
    </xsd:element>
    <xsd:element name="Test" ma:index="8" ma:displayName="Test" ma:default="Yes" ma:format="Dropdown" ma:internalName="Test" ma:readOnly="false">
      <xsd:simpleType>
        <xsd:restriction base="dms:Choice">
          <xsd:enumeration value="Yes"/>
          <xsd:enumeration value="No"/>
        </xsd:restriction>
      </xsd:simpleType>
    </xsd:element>
    <xsd:element name="AMPerson" ma:index="9" nillable="true" ma:displayName="AM Person" ma:format="Dropdown" ma:list="UserInfo" ma:SharePointGroup="0" ma:internalName="AMPerson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M" ma:index="10" nillable="true" ma:displayName="AM" ma:format="Dropdown" ma:indexed="true" ma:internalName="AM">
      <xsd:simpleType>
        <xsd:restriction base="dms:Text">
          <xsd:maxLength value="255"/>
        </xsd:restriction>
      </xsd:simpleType>
    </xsd:element>
    <xsd:element name="Region" ma:index="11" nillable="true" ma:displayName="Region" ma:hidden="true" ma:internalName="Region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CT"/>
                    <xsd:enumeration value="NSW"/>
                    <xsd:enumeration value="NT"/>
                    <xsd:enumeration value="QLD"/>
                    <xsd:enumeration value="SA"/>
                    <xsd:enumeration value="TAS"/>
                    <xsd:enumeration value="VIC"/>
                    <xsd:enumeration value="WA"/>
                  </xsd:restriction>
                </xsd:simpleType>
              </xsd:element>
            </xsd:sequence>
          </xsd:extension>
        </xsd:complexContent>
      </xsd:complexType>
    </xsd:element>
    <xsd:element name="Segment" ma:index="12" nillable="true" ma:displayName="Segment" ma:hidden="true" ma:internalName="Segment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LBP"/>
                    <xsd:enumeration value="Micro"/>
                    <xsd:enumeration value="Small"/>
                    <xsd:enumeration value="Medium"/>
                    <xsd:enumeration value="Enterprise"/>
                    <xsd:enumeration value="Government"/>
                  </xsd:restriction>
                </xsd:simpleType>
              </xsd:element>
            </xsd:sequence>
          </xsd:extension>
        </xsd:complexContent>
      </xsd:complexType>
    </xsd:element>
    <xsd:element name="Industry" ma:index="15" nillable="true" ma:displayName="Industry" ma:hidden="true" ma:internalName="Industry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uto Parts"/>
                    <xsd:enumeration value="Books / Print Material"/>
                    <xsd:enumeration value="Camping &amp; Recreational"/>
                    <xsd:enumeration value="Communications"/>
                    <xsd:enumeration value="Cosmetics / Pharmaceuticals / Health"/>
                    <xsd:enumeration value="Daily Deals"/>
                    <xsd:enumeration value="Department Stores"/>
                    <xsd:enumeration value="Distribution &amp; Industrial"/>
                    <xsd:enumeration value="Electrical Items"/>
                    <xsd:enumeration value="ESG"/>
                    <xsd:enumeration value="Fashion Apparel"/>
                    <xsd:enumeration value="Federal Government"/>
                    <xsd:enumeration value="Financial &amp; Professional Services"/>
                    <xsd:enumeration value="Food / Groceries"/>
                    <xsd:enumeration value="Games &amp; Toys"/>
                    <xsd:enumeration value="Government / Commercial / Other"/>
                    <xsd:enumeration value="Health"/>
                    <xsd:enumeration value="Home Improvement"/>
                    <xsd:enumeration value="Homeware / Furniture"/>
                    <xsd:enumeration value="Intermediaries"/>
                    <xsd:enumeration value="Liquor"/>
                    <xsd:enumeration value="Media"/>
                    <xsd:enumeration value="Office Supplies / Stationary"/>
                    <xsd:enumeration value="Other"/>
                    <xsd:enumeration value="Speciality Food and Liquor"/>
                    <xsd:enumeration value="State Government"/>
                    <xsd:enumeration value="Utilities"/>
                  </xsd:restriction>
                </xsd:simpleType>
              </xsd:element>
            </xsd:sequence>
          </xsd:extension>
        </xsd:complexContent>
      </xsd:complexType>
    </xsd:element>
    <xsd:element name="Marketing_x0020_Classification" ma:index="16" nillable="true" ma:displayName="Marketing Classification" ma:hidden="true" ma:internalName="Marketing_x0020_Classification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cquisition"/>
                    <xsd:enumeration value="Growth"/>
                    <xsd:enumeration value="Position"/>
                    <xsd:enumeration value="Retention"/>
                  </xsd:restriction>
                </xsd:simpleType>
              </xsd:element>
            </xsd:sequence>
          </xsd:extension>
        </xsd:complexContent>
      </xsd:complexType>
    </xsd:element>
    <xsd:element name="Sales_x0020_Stage" ma:index="17" nillable="true" ma:displayName="Sales Stage" ma:hidden="true" ma:internalName="Sales_x0020_Stage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Identify"/>
                    <xsd:enumeration value="Qualify"/>
                    <xsd:enumeration value="Propose"/>
                    <xsd:enumeration value="Negotiate"/>
                    <xsd:enumeration value="Closed Won"/>
                    <xsd:enumeration value="Closed Lost"/>
                    <xsd:enumeration value="Closed Disqualified"/>
                  </xsd:restriction>
                </xsd:simpleType>
              </xsd:element>
            </xsd:sequence>
          </xsd:extension>
        </xsd:complexContent>
      </xsd:complexType>
    </xsd:element>
    <xsd:element name="Audience" ma:index="18" nillable="true" ma:displayName="Audience" ma:hidden="true" ma:internalName="Audience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Owner"/>
                    <xsd:enumeration value="C-Suite/Executive Management"/>
                    <xsd:enumeration value="Digital"/>
                    <xsd:enumeration value="Finance"/>
                    <xsd:enumeration value="HR"/>
                    <xsd:enumeration value="IT"/>
                    <xsd:enumeration value="Legal"/>
                    <xsd:enumeration value="Logistics"/>
                    <xsd:enumeration value="Marketing"/>
                    <xsd:enumeration value="Operations"/>
                    <xsd:enumeration value="Procurement"/>
                    <xsd:enumeration value="Sales"/>
                    <xsd:enumeration value="Security"/>
                  </xsd:restriction>
                </xsd:simpleType>
              </xsd:element>
            </xsd:sequence>
          </xsd:extension>
        </xsd:complexContent>
      </xsd:complexType>
    </xsd:element>
    <xsd:element name="Product_x0020_Class" ma:index="19" nillable="true" ma:displayName="Product Class" ma:hidden="true" ma:internalName="Product_x0020_Clas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ustralia Post General"/>
                    <xsd:enumeration value="Bid and Tender Responses"/>
                    <xsd:enumeration value="Campaigns and Programs"/>
                    <xsd:enumeration value="Financial Services"/>
                    <xsd:enumeration value="Identity Services"/>
                    <xsd:enumeration value="Mail"/>
                    <xsd:enumeration value="Packaging"/>
                    <xsd:enumeration value="Parcels"/>
                    <xsd:enumeration value="Product &amp; Innovation"/>
                    <xsd:enumeration value="Research and Reports"/>
                  </xsd:restriction>
                </xsd:simpleType>
              </xsd:element>
            </xsd:sequence>
          </xsd:extension>
        </xsd:complexContent>
      </xsd:complexType>
    </xsd:element>
    <xsd:element name="Product_x0020_Line" ma:index="20" nillable="true" ma:displayName="Product Line" ma:format="Dropdown" ma:hidden="true" ma:internalName="Product_x0020_Lin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anking"/>
                    <xsd:enumeration value="Bill Payments"/>
                    <xsd:enumeration value="Decipha"/>
                    <xsd:enumeration value="Digital ID"/>
                    <xsd:enumeration value="Disbursements"/>
                    <xsd:enumeration value="Domestic Letters"/>
                    <xsd:enumeration value="Domestic Parcels"/>
                    <xsd:enumeration value="Enrollment Services"/>
                    <xsd:enumeration value="In-store ID Checks"/>
                    <xsd:enumeration value="In-store Services"/>
                    <xsd:enumeration value="International Letters"/>
                    <xsd:enumeration value="International Commercial Parcels"/>
                    <xsd:enumeration value="International Postal Parcels"/>
                    <xsd:enumeration value="Licensing and Entitlements"/>
                    <xsd:enumeration value="Omni Channel Solutions"/>
                    <xsd:enumeration value="Parcel &amp; Express Services"/>
                    <xsd:enumeration value="Product &amp; Innovation"/>
                    <xsd:enumeration value="SecurePay"/>
                    <xsd:enumeration value="Segment Narrative"/>
                    <xsd:enumeration value="Thought Leadership"/>
                  </xsd:restriction>
                </xsd:simpleType>
              </xsd:element>
            </xsd:sequence>
          </xsd:extension>
        </xsd:complexContent>
      </xsd:complexType>
    </xsd:element>
    <xsd:element name="Product_x0020_Type" ma:index="21" nillable="true" ma:displayName="Product Type" ma:hidden="true" ma:internalName="Product_x0020_Type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100 Point ID Checks"/>
                    <xsd:enumeration value="3PL"/>
                    <xsd:enumeration value="Accounts Payable"/>
                    <xsd:enumeration value="Anit-money laundering"/>
                    <xsd:enumeration value="API"/>
                    <xsd:enumeration value="ATO TFN"/>
                    <xsd:enumeration value="Bank At Post"/>
                    <xsd:enumeration value="BrandWrapped"/>
                    <xsd:enumeration value="Capability"/>
                    <xsd:enumeration value="Cash Disbursement"/>
                    <xsd:enumeration value="Customers Clearance (International)"/>
                    <xsd:enumeration value="Data Storage"/>
                    <xsd:enumeration value="Digital ID"/>
                    <xsd:enumeration value="Document Witnessing"/>
                    <xsd:enumeration value="Easy Returns"/>
                    <xsd:enumeration value="Express Mail"/>
                    <xsd:enumeration value="Express Parcels"/>
                    <xsd:enumeration value="Express Postal Parcels (International)"/>
                    <xsd:enumeration value="Fulfilment by Amazon"/>
                    <xsd:enumeration value="Fulfilio"/>
                    <xsd:enumeration value="ID Photos"/>
                    <xsd:enumeration value="Imaging and Data Capture"/>
                    <xsd:enumeration value="Inbound International Mail"/>
                    <xsd:enumeration value="Inbound Parcels (International)"/>
                    <xsd:enumeration value="Mailroom Services"/>
                    <xsd:enumeration value="Money Order"/>
                    <xsd:enumeration value="NZ Commerical Parcels"/>
                    <xsd:enumeration value="Occupational License"/>
                    <xsd:enumeration value="On-demand delivery"/>
                    <xsd:enumeration value="Online Forms"/>
                    <xsd:enumeration value="Outbound Courier Parcels (International)"/>
                    <xsd:enumeration value="Outbound International Mail"/>
                    <xsd:enumeration value="Parcel &amp; Express Services"/>
                    <xsd:enumeration value="Passport Applications"/>
                    <xsd:enumeration value="Pay It At Post"/>
                    <xsd:enumeration value="POLi"/>
                    <xsd:enumeration value="Police Checks"/>
                    <xsd:enumeration value="PostBillPay"/>
                    <xsd:enumeration value="Premium Parcels"/>
                    <xsd:enumeration value="Priority Addressed Mail"/>
                    <xsd:enumeration value="Recreational License"/>
                    <xsd:enumeration value="Regular Addressed Mail"/>
                    <xsd:enumeration value="Return to Sender"/>
                    <xsd:enumeration value="Road Distribution Parcels"/>
                    <xsd:enumeration value="Road Express Parcels"/>
                    <xsd:enumeration value="Same Day Courier"/>
                    <xsd:enumeration value="Same Day Next Flight"/>
                    <xsd:enumeration value="SecurePay Gateway"/>
                    <xsd:enumeration value="Security Screening"/>
                    <xsd:enumeration value="Standard Mail"/>
                    <xsd:enumeration value="Standard Postal Parcels (Domestic)"/>
                    <xsd:enumeration value="Standard Postal Parcels (International)"/>
                    <xsd:enumeration value="Transport License"/>
                    <xsd:enumeration value="Unaddressed Mail"/>
                    <xsd:enumeration value="Verification ID for Property Transfers"/>
                    <xsd:enumeration value="Workforce Verification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Product_x0020_Level_x0020_3" ma:index="29" nillable="true" ma:displayName="Product Level 3" ma:description="This is the Product Level 3 field in Salesforce" ma:hidden="true" ma:internalName="Product_x0020_Level_x0020_3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aE L3"/>
                    <xsd:enumeration value="Addressed Mail"/>
                    <xsd:enumeration value="AP Premium Express"/>
                    <xsd:enumeration value="Billpay Services"/>
                    <xsd:enumeration value="Cash Services"/>
                    <xsd:enumeration value="Decipha"/>
                    <xsd:enumeration value="Decipha L3"/>
                    <xsd:enumeration value="Digital ID"/>
                    <xsd:enumeration value="Digital Mailbox L3"/>
                    <xsd:enumeration value="Express Post"/>
                    <xsd:enumeration value="Financial Products"/>
                    <xsd:enumeration value="Identity Services L3"/>
                    <xsd:enumeration value="Insight Services L3"/>
                    <xsd:enumeration value="International Commercial"/>
                    <xsd:enumeration value="International Inward Letters L3"/>
                    <xsd:enumeration value="International Outward Letters L3"/>
                    <xsd:enumeration value="Merchandise"/>
                    <xsd:enumeration value="Other Consumer Items"/>
                    <xsd:enumeration value="Parcel Post"/>
                    <xsd:enumeration value="Parcel Services - International Inward"/>
                    <xsd:enumeration value="Parcel Services - International Outward"/>
                    <xsd:enumeration value="Philatelic L3"/>
                    <xsd:enumeration value="Post Logistics L3"/>
                    <xsd:enumeration value="Receiver Solutions"/>
                    <xsd:enumeration value="SecurePay Group"/>
                    <xsd:enumeration value="StarTrack"/>
                    <xsd:enumeration value="StarTrack Courier"/>
                    <xsd:enumeration value="Star Track International"/>
                    <xsd:enumeration value="Unaddressed Mail"/>
                  </xsd:restriction>
                </xsd:simpleType>
              </xsd:element>
            </xsd:sequence>
          </xsd:extension>
        </xsd:complexContent>
      </xsd:complexType>
    </xsd:element>
    <xsd:element name="Product_x0020_Level_x0020_4" ma:index="30" nillable="true" ma:displayName="Product Level 4" ma:description="This is the Product Level 4 field in Salesforce" ma:hidden="true" ma:internalName="Product_x0020_Level_x0020_4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aE L4"/>
                    <xsd:enumeration value="Banking Services"/>
                    <xsd:enumeration value="Bill Payments"/>
                    <xsd:enumeration value="Carding"/>
                    <xsd:enumeration value="Cards"/>
                    <xsd:enumeration value="Courier"/>
                    <xsd:enumeration value="Data COAN L4"/>
                    <xsd:enumeration value="Decipha L4"/>
                    <xsd:enumeration value="Decipha Services"/>
                    <xsd:enumeration value="Digital ID Services"/>
                    <xsd:enumeration value="Digital Mailbox L4"/>
                    <xsd:enumeration value="Domestic Premium Express L4"/>
                    <xsd:enumeration value="eParcel L4"/>
                    <xsd:enumeration value="Express Letters"/>
                    <xsd:enumeration value="Express Parcels"/>
                    <xsd:enumeration value="Fuel Surcharge L4"/>
                    <xsd:enumeration value="Fulfilio Domestic L4"/>
                    <xsd:enumeration value="Gifting"/>
                    <xsd:enumeration value="Identity Services L4"/>
                    <xsd:enumeration value="Insight Services"/>
                    <xsd:enumeration value="Insurance"/>
                    <xsd:enumeration value="International Commercial Services"/>
                    <xsd:enumeration value="International Inward Letters"/>
                    <xsd:enumeration value="International Outward Letters"/>
                    <xsd:enumeration value="Large Parcels - &gt;500 g"/>
                    <xsd:enumeration value="Money Orders L4"/>
                    <xsd:enumeration value="Money Services L4"/>
                    <xsd:enumeration value="MRS L4"/>
                    <xsd:enumeration value="On Demand L4"/>
                    <xsd:enumeration value="Ordinary Letters"/>
                    <xsd:enumeration value="Other Consumer Non-Product"/>
                    <xsd:enumeration value="Other Mail Products"/>
                    <xsd:enumeration value="Packaging"/>
                    <xsd:enumeration value="Parcel Services - International Inward Parcels"/>
                    <xsd:enumeration value="Parcel Services - International Outward Parcels"/>
                    <xsd:enumeration value="Parcels Flat Rate L4"/>
                    <xsd:enumeration value="Parcels Point to Point ULDs"/>
                    <xsd:enumeration value="Parcels Returns"/>
                    <xsd:enumeration value="Parcels Satchels"/>
                    <xsd:enumeration value="Parcels Supplementary Services"/>
                    <xsd:enumeration value="Payment Processing Other L4"/>
                    <xsd:enumeration value="Philatelic L4"/>
                    <xsd:enumeration value="Post Logistics L4"/>
                    <xsd:enumeration value="PreSort Letters L4"/>
                    <xsd:enumeration value="Print Post L4"/>
                    <xsd:enumeration value="Private Boxes &amp; Bags"/>
                    <xsd:enumeration value="Registered Post L4"/>
                    <xsd:enumeration value="Securepay"/>
                    <xsd:enumeration value="Small Parcels - &lt;500 g"/>
                    <xsd:enumeration value="ST 3PL"/>
                    <xsd:enumeration value="ST Express"/>
                    <xsd:enumeration value="ST Premium"/>
                    <xsd:enumeration value="Star Track International L4"/>
                    <xsd:enumeration value="Stationery"/>
                    <xsd:enumeration value="Telecommunication"/>
                    <xsd:enumeration value="Track Mail L4"/>
                    <xsd:enumeration value="Unaddressed Mail Services L4"/>
                    <xsd:enumeration value="Underpaid Parcel Charges L4"/>
                  </xsd:restriction>
                </xsd:simpleType>
              </xsd:element>
            </xsd:sequence>
          </xsd:extension>
        </xsd:complexContent>
      </xsd:complexType>
    </xsd:element>
    <xsd:element name="Product_x0020_Level_x0020_5" ma:index="31" nillable="true" ma:displayName="Product Level 5" ma:description="This is the Product Level 5 field in Salesforce" ma:hidden="true" ma:internalName="Product_x0020_Level_x0020_5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aE"/>
                    <xsd:enumeration value="Acquisition Mail"/>
                    <xsd:enumeration value="Aerogramme"/>
                    <xsd:enumeration value="Air Mail Letters"/>
                    <xsd:enumeration value="Air Mail Parcels"/>
                    <xsd:enumeration value="AliPay"/>
                    <xsd:enumeration value="Articles for the Blind"/>
                    <xsd:enumeration value="Australia Post General"/>
                    <xsd:enumeration value="Banking - Business"/>
                    <xsd:enumeration value="Banking - Personal"/>
                    <xsd:enumeration value="Boxes &amp; Bags Maintenance"/>
                    <xsd:enumeration value="Boxes &amp; Bags Others"/>
                    <xsd:enumeration value="Boxes &amp; Bags Registration"/>
                    <xsd:enumeration value="Boxes &amp; Bags Renewal"/>
                    <xsd:enumeration value="Carded Articles"/>
                    <xsd:enumeration value="Cash on Delivery"/>
                    <xsd:enumeration value="Cash Rewards"/>
                    <xsd:enumeration value="Charity Mail"/>
                    <xsd:enumeration value="Clean Mail"/>
                    <xsd:enumeration value="Click &amp; Send Tracking"/>
                    <xsd:enumeration value="Community Update"/>
                    <xsd:enumeration value="Competition Mail"/>
                    <xsd:enumeration value="Concept Store"/>
                    <xsd:enumeration value="Contract Publications"/>
                    <xsd:enumeration value="Councillor Mail"/>
                    <xsd:enumeration value="Courier - Ad hoc"/>
                    <xsd:enumeration value="Courier - Scheduled Runs"/>
                    <xsd:enumeration value="Data AARF"/>
                    <xsd:enumeration value="Data Address Validation"/>
                    <xsd:enumeration value="Data COAN"/>
                    <xsd:enumeration value="Data Lifestyle"/>
                    <xsd:enumeration value="Data Movers"/>
                    <xsd:enumeration value="Data Postal Address File (PAF)"/>
                    <xsd:enumeration value="Data Profile"/>
                    <xsd:enumeration value="Data Prospect File"/>
                    <xsd:enumeration value="Data RTS processing"/>
                    <xsd:enumeration value="Data Suppress and Update(NCOA/IAF/Deceased)"/>
                    <xsd:enumeration value="Decipha - Accounts Payable/Receivable"/>
                    <xsd:enumeration value="Decipha - Backscanning"/>
                    <xsd:enumeration value="Decipha - Courier"/>
                    <xsd:enumeration value="Decipha - Digital Mail Rooms"/>
                    <xsd:enumeration value="Decipha - Forms"/>
                    <xsd:enumeration value="Decipha - Other"/>
                    <xsd:enumeration value="Decipha - Physical Mail Rooms"/>
                    <xsd:enumeration value="Decipha - Professional Services"/>
                    <xsd:enumeration value="Decipha - Return to Sender"/>
                    <xsd:enumeration value="Digital Mailbox"/>
                    <xsd:enumeration value="Direct Access (Inwards) - Letters"/>
                    <xsd:enumeration value="Direct Access (Inwards) - Parcels"/>
                    <xsd:enumeration value="Direct Access (Outwards) - Letters"/>
                    <xsd:enumeration value="Direct Access (Outwards) - Parcels"/>
                    <xsd:enumeration value="eParcel"/>
                    <xsd:enumeration value="eParcel Call for Return"/>
                    <xsd:enumeration value="eParcel Cash toCollect"/>
                    <xsd:enumeration value="eParcel Express"/>
                    <xsd:enumeration value="eParcel Express Identity on Delivery Service"/>
                    <xsd:enumeration value="eParcel Express Post Parcels Returns"/>
                    <xsd:enumeration value="eParcel Identity on Delivery Service"/>
                    <xsd:enumeration value="eParcel Post Return"/>
                    <xsd:enumeration value="eParcel XL"/>
                    <xsd:enumeration value="Express Courier International Parcels"/>
                    <xsd:enumeration value="Express Post Envelopes"/>
                    <xsd:enumeration value="Express Post Flat Rate Box"/>
                    <xsd:enumeration value="Express Post International Parcel"/>
                    <xsd:enumeration value="Express Post Parcels"/>
                    <xsd:enumeration value="Express Post Platinum Parcels"/>
                    <xsd:enumeration value="Express Post Platinum Satchels"/>
                    <xsd:enumeration value="Express Post Satchels"/>
                    <xsd:enumeration value="Express Road - STE"/>
                    <xsd:enumeration value="Fax Post"/>
                    <xsd:enumeration value="Fuel Surcharge"/>
                    <xsd:enumeration value="Fulfilio Domestic"/>
                    <xsd:enumeration value="Fulfilio International"/>
                    <xsd:enumeration value="Fulfilio Platform"/>
                    <xsd:enumeration value="Fulfilio Storage"/>
                    <xsd:enumeration value="Fulfilio Warehouse"/>
                    <xsd:enumeration value="ID&amp;V - Applications and Forms"/>
                    <xsd:enumeration value="ID&amp;V - Image Capture"/>
                    <xsd:enumeration value="ID&amp;V - Secure Collect"/>
                    <xsd:enumeration value="Identity Services - Business Multi Channel Solutions"/>
                    <xsd:enumeration value="Identity Services - Government Multi Channel Solutions"/>
                    <xsd:enumeration value="Identity Services - Standard AML / 100 Point Checks"/>
                    <xsd:enumeration value="Identity Services - Two Factor Authentication"/>
                    <xsd:enumeration value="Impact Mail"/>
                    <xsd:enumeration value="Imprint/Metered Mail"/>
                    <xsd:enumeration value="Infectious Biological Parcel"/>
                    <xsd:enumeration value="Internat Returns - Standard Untracked"/>
                    <xsd:enumeration value="International Commercial Outbound"/>
                    <xsd:enumeration value="International Demurrage - Letters"/>
                    <xsd:enumeration value="International Economy"/>
                    <xsd:enumeration value="International Economy with Signature"/>
                    <xsd:enumeration value="International Express - Merchandise"/>
                    <xsd:enumeration value="International Extra Cover"/>
                    <xsd:enumeration value="International Insurance Fees"/>
                    <xsd:enumeration value="International Other (Fees) - Letters"/>
                    <xsd:enumeration value="International Pack and Track"/>
                    <xsd:enumeration value="International Reply Coupon - Letters"/>
                    <xsd:enumeration value="International Reply Paid - Letters"/>
                    <xsd:enumeration value="International Returns"/>
                    <xsd:enumeration value="International Returns - Express"/>
                    <xsd:enumeration value="International Standard"/>
                    <xsd:enumeration value="International Standard with Signature"/>
                    <xsd:enumeration value="KeyPost Services"/>
                    <xsd:enumeration value="Letters Reply paid"/>
                    <xsd:enumeration value="Local Country Letters"/>
                    <xsd:enumeration value="Local Country Parcels"/>
                    <xsd:enumeration value="Local Pickup and Delivery Charges"/>
                    <xsd:enumeration value="Mail Redirection Service"/>
                    <xsd:enumeration value="Mail Revenue - Other"/>
                    <xsd:enumeration value="MedicalEducation remote area Large Parcel"/>
                    <xsd:enumeration value="MedicalEducation remote area Small Parcel"/>
                    <xsd:enumeration value="Money Orders"/>
                    <xsd:enumeration value="Money Services"/>
                    <xsd:enumeration value="MPC - Miscellaneous"/>
                    <xsd:enumeration value="Next Flight - STE"/>
                    <xsd:enumeration value="Off Peak Express - STE"/>
                    <xsd:enumeration value="On Demand"/>
                    <xsd:enumeration value="Online Marketplace"/>
                    <xsd:enumeration value="Other - STE"/>
                    <xsd:enumeration value="Other Parcels Products - Unassigned."/>
                    <xsd:enumeration value="Other Services - Non Service Collection"/>
                    <xsd:enumeration value="Parcel Insurance Fees"/>
                    <xsd:enumeration value="Parcel Locker Hosting"/>
                    <xsd:enumeration value="Parcel Post 3PL"/>
                    <xsd:enumeration value="Parcel Post Satchels"/>
                    <xsd:enumeration value="Parcels Flat Rate"/>
                    <xsd:enumeration value="Parcels within 50km"/>
                    <xsd:enumeration value="Payment Processing Other"/>
                    <xsd:enumeration value="Philatelic"/>
                    <xsd:enumeration value="PL International Freight Forwarding"/>
                    <xsd:enumeration value="Point to Point ULDs"/>
                    <xsd:enumeration value="Police Checks"/>
                    <xsd:enumeration value="Post Logistics"/>
                    <xsd:enumeration value="Postbillpay - Biller Branded"/>
                    <xsd:enumeration value="Postbillpay - Internet"/>
                    <xsd:enumeration value="Postbillpay - OTC"/>
                    <xsd:enumeration value="Postbillpay - Phone"/>
                    <xsd:enumeration value="PostPay"/>
                    <xsd:enumeration value="Premium Express Parcel"/>
                    <xsd:enumeration value="Prepaid Air Mail Envelopes"/>
                    <xsd:enumeration value="Prepaid Envelopes"/>
                    <xsd:enumeration value="PreSort Letters"/>
                    <xsd:enumeration value="Print Post"/>
                    <xsd:enumeration value="Print Post Direct Bag International - Letters"/>
                    <xsd:enumeration value="Priority Air Services - STE"/>
                    <xsd:enumeration value="Priority Domestic Letter"/>
                    <xsd:enumeration value="Promo Post"/>
                    <xsd:enumeration value="Receipted Delivery"/>
                    <xsd:enumeration value="Registered Post"/>
                    <xsd:enumeration value="Registered Post International Parcels"/>
                    <xsd:enumeration value="Registered Post Int'l Pre-Paid Envelopes"/>
                    <xsd:enumeration value="Regular Letters Large"/>
                    <xsd:enumeration value="Regular Letters Small"/>
                    <xsd:enumeration value="Regular Parcels - Large"/>
                    <xsd:enumeration value="Regular Parcels - Small"/>
                    <xsd:enumeration value="Reloadable Cards"/>
                    <xsd:enumeration value="Retail Postpak"/>
                    <xsd:enumeration value="Retail Products Gifts"/>
                    <xsd:enumeration value="Retail Products Others"/>
                    <xsd:enumeration value="Retail Products Telephony"/>
                    <xsd:enumeration value="Retail Services - Other"/>
                    <xsd:enumeration value="Retail Stationery Cards"/>
                    <xsd:enumeration value="Retail Stationery Envelopes"/>
                    <xsd:enumeration value="Retail Stationery Other"/>
                    <xsd:enumeration value="Retail Stationery Paper"/>
                    <xsd:enumeration value="Retail Stationery Social"/>
                    <xsd:enumeration value="Return Paid Express Post Parcels"/>
                    <xsd:enumeration value="Return Paid Parcel &lt; 500g"/>
                    <xsd:enumeration value="Return Paid Parcel &gt; 500g"/>
                    <xsd:enumeration value="Return to Sender"/>
                    <xsd:enumeration value="Sample Post"/>
                    <xsd:enumeration value="Scan &amp; Store"/>
                    <xsd:enumeration value="Scan and Pay"/>
                    <xsd:enumeration value="Sea Mail Parcels"/>
                    <xsd:enumeration value="SecurePay - Direct Debit"/>
                    <xsd:enumeration value="SecurePay - Gateway"/>
                    <xsd:enumeration value="SecurePay - Miscellaneous"/>
                    <xsd:enumeration value="SecurePay - POLi"/>
                    <xsd:enumeration value="SecurePay Online Payments"/>
                    <xsd:enumeration value="Security Services"/>
                    <xsd:enumeration value="Security Services - STE"/>
                    <xsd:enumeration value="Special Services - STE"/>
                    <xsd:enumeration value="Specialised Distribution"/>
                    <xsd:enumeration value="ST International - STE"/>
                    <xsd:enumeration value="Star Track International - Letters"/>
                    <xsd:enumeration value="Star Track International - Packets"/>
                    <xsd:enumeration value="Star Track International - Parcels"/>
                    <xsd:enumeration value="Track Mail"/>
                    <xsd:enumeration value="TrustCheck"/>
                    <xsd:enumeration value="Unaddressed Mail Services"/>
                    <xsd:enumeration value="Underpaid Articles"/>
                    <xsd:enumeration value="Underpaid Charges"/>
                    <xsd:enumeration value="Underpaid Parcel Charges"/>
                    <xsd:enumeration value="Verification - 1 Star"/>
                    <xsd:enumeration value="Verification - 2 Star"/>
                    <xsd:enumeration value="Verification - 3 Star"/>
                    <xsd:enumeration value="Verification - AML BASIC"/>
                    <xsd:enumeration value="Verification - AML Premium"/>
                    <xsd:enumeration value="Warehouse (3PL) - STE"/>
                    <xsd:enumeration value="Workforce Verification"/>
                    <xsd:enumeration value="Yes to Pay"/>
                  </xsd:restriction>
                </xsd:simpleType>
              </xsd:element>
            </xsd:sequence>
          </xsd:extension>
        </xsd:complexContent>
      </xsd:complexType>
    </xsd:element>
    <xsd:element name="Campaign" ma:index="36" nillable="true" ma:displayName="Campaign" ma:format="Dropdown" ma:hidden="true" ma:internalName="Campaig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2025 Peak"/>
                    <xsd:enumeration value="2026 eCommerce Report"/>
                    <xsd:enumeration value="Delivering For"/>
                    <xsd:enumeration value="Delivering for Australia"/>
                    <xsd:enumeration value="Driver Leads Program"/>
                    <xsd:enumeration value="2025 eCommerce Report"/>
                    <xsd:enumeration value="JBR"/>
                    <xsd:enumeration value="MyPost Business"/>
                    <xsd:enumeration value="ORIAS"/>
                    <xsd:enumeration value="2026 Post Peak"/>
                    <xsd:enumeration value="Out of Hom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3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38" nillable="true" ma:displayName="Length (seconds)" ma:hidden="true" ma:internalName="MediaLengthInSeconds" ma:readOnly="true">
      <xsd:simpleType>
        <xsd:restriction base="dms:Unknown"/>
      </xsd:simpleType>
    </xsd:element>
    <xsd:element name="MediaServiceAutoKeyPoints" ma:index="3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40" nillable="true" ma:displayName="KeyPoints" ma:hidden="true" ma:internalName="MediaServiceKeyPoints" ma:readOnly="true">
      <xsd:simpleType>
        <xsd:restriction base="dms:Note"/>
      </xsd:simpleType>
    </xsd:element>
    <xsd:element name="lcf76f155ced4ddcb4097134ff3c332f" ma:index="42" nillable="true" ma:taxonomy="true" ma:internalName="lcf76f155ced4ddcb4097134ff3c332f" ma:taxonomyFieldName="MediaServiceImageTags" ma:displayName="Image Tags" ma:readOnly="false" ma:fieldId="{5cf76f15-5ced-4ddc-b409-7134ff3c332f}" ma:taxonomyMulti="true" ma:sspId="f2b88b8a-5d64-4c7d-858c-cca11ad9ce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ast_x0020_Review_x0020_Date" ma:index="44" nillable="true" ma:displayName="Review Date" ma:format="DateOnly" ma:hidden="true" ma:internalName="Last_x0020_Review_x0020_Date">
      <xsd:simpleType>
        <xsd:restriction base="dms:DateTime"/>
      </xsd:simple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esentations" ma:index="46" nillable="true" ma:displayName="Presentation" ma:description="Used for Guided Assembly slides" ma:format="Dropdown" ma:hidden="true" ma:internalName="Presentations" ma:readOnly="false">
      <xsd:simpleType>
        <xsd:restriction base="dms:Choice">
          <xsd:enumeration value="Presentation"/>
          <xsd:enumeration value="Module"/>
          <xsd:enumeration value="Slide"/>
          <xsd:enumeration value="Template"/>
        </xsd:restriction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51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52" nillable="true" ma:displayName="MediaServiceBillingMetadata" ma:hidden="true" ma:internalName="MediaServiceBillingMetadata" ma:readOnly="true">
      <xsd:simpleType>
        <xsd:restriction base="dms:Note"/>
      </xsd:simpleType>
    </xsd:element>
    <xsd:element name="CategoryTopic" ma:index="53" nillable="true" ma:displayName="Topic" ma:format="Dropdown" ma:internalName="CategoryTop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ustralia Post Group"/>
                    <xsd:enumeration value="AusPost App"/>
                    <xsd:enumeration value="Brand"/>
                    <xsd:enumeration value="Collection Points"/>
                    <xsd:enumeration value="Community"/>
                    <xsd:enumeration value="Competitors"/>
                    <xsd:enumeration value="Delivery Experience"/>
                    <xsd:enumeration value="Domestic Parcels"/>
                    <xsd:enumeration value="eCommerce"/>
                    <xsd:enumeration value="eParcel Contract"/>
                    <xsd:enumeration value="Events"/>
                    <xsd:enumeration value="Financial Services"/>
                    <xsd:enumeration value="Help and Support"/>
                    <xsd:enumeration value="Identity Services"/>
                    <xsd:enumeration value="Innovation"/>
                    <xsd:enumeration value="International"/>
                    <xsd:enumeration value="Lead Programs"/>
                    <xsd:enumeration value="Mail"/>
                    <xsd:enumeration value="MyPost Business (MPB)"/>
                    <xsd:enumeration value="Network"/>
                    <xsd:enumeration value="Next Day"/>
                    <xsd:enumeration value="NPS"/>
                    <xsd:enumeration value="Packaging"/>
                    <xsd:enumeration value="Parcel Lockers"/>
                    <xsd:enumeration value="Peak"/>
                    <xsd:enumeration value="Pickup &amp; Delivery"/>
                    <xsd:enumeration value="Returns"/>
                    <xsd:enumeration value="Same Day"/>
                    <xsd:enumeration value="Seismic"/>
                    <xsd:enumeration value="Service Updates"/>
                    <xsd:enumeration value="Shiperoo"/>
                    <xsd:enumeration value="StarTrack"/>
                    <xsd:enumeration value="Sustainability"/>
                    <xsd:enumeration value="Tracking &amp; Notifications"/>
                  </xsd:restriction>
                </xsd:simpleType>
              </xsd:element>
            </xsd:sequence>
          </xsd:extension>
        </xsd:complexContent>
      </xsd:complexType>
    </xsd:element>
    <xsd:element name="InternalAudience_x002f_profile" ma:index="54" nillable="true" ma:displayName="Internal Audience" ma:format="Dropdown" ma:internalName="InternalAudience_x002f_profil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Local Business Partners"/>
                    <xsd:enumeration value="Small and Medium Business"/>
                    <xsd:enumeration value="Enterprise"/>
                    <xsd:enumeration value="Government"/>
                    <xsd:enumeration value="Financial Services"/>
                    <xsd:enumeration value="Customer Onboarding"/>
                    <xsd:enumeration value="Bids &amp; Tenders"/>
                    <xsd:enumeration value="Customer Specific Content"/>
                    <xsd:enumeration value="Seismic Admin"/>
                    <xsd:enumeration value="Property"/>
                  </xsd:restriction>
                </xsd:simpleType>
              </xsd:element>
            </xsd:sequence>
          </xsd:extension>
        </xsd:complexContent>
      </xsd:complexType>
    </xsd:element>
    <xsd:element name="ContentOwnersEmail" ma:index="55" nillable="true" ma:displayName="Content Owners Email" ma:format="Dropdown" ma:list="UserInfo" ma:SharePointGroup="0" ma:internalName="ContentOwnersEmail" ma:showField="EMail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BillpayTeam" ma:index="56" nillable="true" ma:displayName="Post Billpay Team" ma:description="Postbillpay@auspost.com.au" ma:format="Dropdown" ma:list="UserInfo" ma:SharePointGroup="0" ma:internalName="PostBillpayTeam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ntentowneremail2" ma:index="57" ma:displayName="Content owner email 2" ma:format="Dropdown" ma:list="UserInfo" ma:SharePointGroup="0" ma:internalName="Contentowneremail2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freshDate" ma:index="58" nillable="true" ma:displayName="RefreshDate" ma:format="Dropdown" ma:internalName="RefreshDat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2fe967a-2be3-43d4-8634-748d1ef8e360">
      <UserInfo>
        <DisplayName>Dickson, Tegan</DisplayName>
        <AccountId>42</AccountId>
        <AccountType/>
      </UserInfo>
      <UserInfo>
        <DisplayName>Mulligan, Amy</DisplayName>
        <AccountId>31</AccountId>
        <AccountType/>
      </UserInfo>
      <UserInfo>
        <DisplayName>Jones, Edward</DisplayName>
        <AccountId>14</AccountId>
        <AccountType/>
      </UserInfo>
      <UserInfo>
        <DisplayName>Ma, Ariel</DisplayName>
        <AccountId>32</AccountId>
        <AccountType/>
      </UserInfo>
      <UserInfo>
        <DisplayName>Beames, Jemma</DisplayName>
        <AccountId>74</AccountId>
        <AccountType/>
      </UserInfo>
      <UserInfo>
        <DisplayName>Kardamitsis, Angela</DisplayName>
        <AccountId>80</AccountId>
        <AccountType/>
      </UserInfo>
      <UserInfo>
        <DisplayName>Yip, Rose</DisplayName>
        <AccountId>6</AccountId>
        <AccountType/>
      </UserInfo>
      <UserInfo>
        <DisplayName>Garretto, Vanessa</DisplayName>
        <AccountId>135</AccountId>
        <AccountType/>
      </UserInfo>
      <UserInfo>
        <DisplayName>YU, Shirley</DisplayName>
        <AccountId>88</AccountId>
        <AccountType/>
      </UserInfo>
      <UserInfo>
        <DisplayName>Harrington, Mark</DisplayName>
        <AccountId>141</AccountId>
        <AccountType/>
      </UserInfo>
      <UserInfo>
        <DisplayName>HUNT, Elissa</DisplayName>
        <AccountId>137</AccountId>
        <AccountType/>
      </UserInfo>
      <UserInfo>
        <DisplayName>Webberley, Aidan</DisplayName>
        <AccountId>171</AccountId>
        <AccountType/>
      </UserInfo>
      <UserInfo>
        <DisplayName>Hicks, Tracy</DisplayName>
        <AccountId>206</AccountId>
        <AccountType/>
      </UserInfo>
      <UserInfo>
        <DisplayName>Giakalis, Elliot</DisplayName>
        <AccountId>139</AccountId>
        <AccountType/>
      </UserInfo>
    </SharedWithUsers>
    <TaxCatchAll xmlns="32fe967a-2be3-43d4-8634-748d1ef8e360" xsi:nil="true"/>
    <lcf76f155ced4ddcb4097134ff3c332f xmlns="4387ae5b-4f8f-4fc2-9aeb-12f928ca5f6b">
      <Terms xmlns="http://schemas.microsoft.com/office/infopath/2007/PartnerControls"/>
    </lcf76f155ced4ddcb4097134ff3c332f>
    <Test xmlns="4387ae5b-4f8f-4fc2-9aeb-12f928ca5f6b">Yes</Test>
    <Usage xmlns="4387ae5b-4f8f-4fc2-9aeb-12f928ca5f6b">Download</Usage>
    <Product_x0020_Line xmlns="4387ae5b-4f8f-4fc2-9aeb-12f928ca5f6b">
      <Value>Domestic Parcels</Value>
      <Value>International Postal Parcels</Value>
      <Value>International Commercial Parcels</Value>
    </Product_x0020_Line>
    <Product_x0020_Class xmlns="4387ae5b-4f8f-4fc2-9aeb-12f928ca5f6b">
      <Value>Australia Post General</Value>
      <Value>Parcels</Value>
    </Product_x0020_Class>
    <Region xmlns="4387ae5b-4f8f-4fc2-9aeb-12f928ca5f6b" xsi:nil="true"/>
    <Audience xmlns="4387ae5b-4f8f-4fc2-9aeb-12f928ca5f6b" xsi:nil="true"/>
    <Product_x0020_Level_x0020_3 xmlns="4387ae5b-4f8f-4fc2-9aeb-12f928ca5f6b" xsi:nil="true"/>
    <Expiration_x0020_Date0 xmlns="4387ae5b-4f8f-4fc2-9aeb-12f928ca5f6b">2025-01-30T13:00:00+00:00</Expiration_x0020_Date0>
    <Product_x0020_Level_x0020_5 xmlns="4387ae5b-4f8f-4fc2-9aeb-12f928ca5f6b" xsi:nil="true"/>
    <Product_x0020_Level_x0020_4 xmlns="4387ae5b-4f8f-4fc2-9aeb-12f928ca5f6b" xsi:nil="true"/>
    <Campaign xmlns="4387ae5b-4f8f-4fc2-9aeb-12f928ca5f6b">
      <Value>Australia Post and StarTrack</Value>
    </Campaign>
    <Last_x0020_Review_x0020_Date xmlns="4387ae5b-4f8f-4fc2-9aeb-12f928ca5f6b">2023-12-01T03:02:07+00:00</Last_x0020_Review_x0020_Date>
    <Segment xmlns="4387ae5b-4f8f-4fc2-9aeb-12f928ca5f6b">
      <Value>Medium</Value>
      <Value>Enterprise</Value>
      <Value>Government</Value>
      <Value>Small</Value>
    </Segment>
    <Industry xmlns="4387ae5b-4f8f-4fc2-9aeb-12f928ca5f6b" xsi:nil="true"/>
    <Presentations xmlns="4387ae5b-4f8f-4fc2-9aeb-12f928ca5f6b">Template</Presentations>
    <Marketing_x0020_Classification xmlns="4387ae5b-4f8f-4fc2-9aeb-12f928ca5f6b" xsi:nil="true"/>
    <Sales_x0020_Stage xmlns="4387ae5b-4f8f-4fc2-9aeb-12f928ca5f6b">
      <Value>Identify</Value>
      <Value>Qualify</Value>
      <Value>Propose</Value>
      <Value>Negotiate</Value>
    </Sales_x0020_Stage>
    <Asset_x0020_Type xmlns="4387ae5b-4f8f-4fc2-9aeb-12f928ca5f6b">Customer Presentations</Asset_x0020_Type>
    <Product_x0020_Type xmlns="4387ae5b-4f8f-4fc2-9aeb-12f928ca5f6b" xsi:nil="true"/>
    <Predictive xmlns="4387ae5b-4f8f-4fc2-9aeb-12f928ca5f6b">True</Predictive>
    <AMPerson xmlns="4387ae5b-4f8f-4fc2-9aeb-12f928ca5f6b">
      <UserInfo>
        <DisplayName/>
        <AccountId xsi:nil="true"/>
        <AccountType/>
      </UserInfo>
    </AMPerson>
    <AM xmlns="4387ae5b-4f8f-4fc2-9aeb-12f928ca5f6b" xsi:nil="true"/>
    <_dlc_DocIdPersistId xmlns="32fe967a-2be3-43d4-8634-748d1ef8e360" xsi:nil="true"/>
    <_dlc_DocId xmlns="32fe967a-2be3-43d4-8634-748d1ef8e360" xsi:nil="true"/>
    <InternalAudience_x002f_profile xmlns="4387ae5b-4f8f-4fc2-9aeb-12f928ca5f6b">
      <Value>Seismic Admin</Value>
    </InternalAudience_x002f_profile>
    <CategoryTopic xmlns="4387ae5b-4f8f-4fc2-9aeb-12f928ca5f6b">
      <Value>Brand</Value>
    </CategoryTopic>
    <Profile xmlns="4387ae5b-4f8f-4fc2-9aeb-12f928ca5f6b" xsi:nil="true"/>
    <ContentOwnersEmail xmlns="4387ae5b-4f8f-4fc2-9aeb-12f928ca5f6b">
      <UserInfo>
        <DisplayName/>
        <AccountId xsi:nil="true"/>
        <AccountType/>
      </UserInfo>
    </ContentOwnersEmail>
    <PostBillpayTeam xmlns="4387ae5b-4f8f-4fc2-9aeb-12f928ca5f6b">
      <UserInfo>
        <DisplayName/>
        <AccountId xsi:nil="true"/>
        <AccountType/>
      </UserInfo>
    </PostBillpayTeam>
    <Contentowneremail2 xmlns="4387ae5b-4f8f-4fc2-9aeb-12f928ca5f6b">
      <UserInfo>
        <DisplayName/>
        <AccountId/>
        <AccountType/>
      </UserInfo>
    </Contentowneremail2>
    <RefreshDate xmlns="4387ae5b-4f8f-4fc2-9aeb-12f928ca5f6b">07/28/2026 07:24:14</RefreshDate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1979700-4988-401F-8A47-BFAFCDDAED66}"/>
</file>

<file path=customXml/itemProps2.xml><?xml version="1.0" encoding="utf-8"?>
<ds:datastoreItem xmlns:ds="http://schemas.openxmlformats.org/officeDocument/2006/customXml" ds:itemID="{7CD41368-CE29-4942-B53D-5AD37C9C2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FA5F00-01A3-49CF-B1EA-EB16E1B54A8B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df6b8f28-b2ee-440e-85ba-f0149acfefd0"/>
    <ds:schemaRef ds:uri="http://purl.org/dc/terms/"/>
    <ds:schemaRef ds:uri="http://schemas.microsoft.com/office/infopath/2007/PartnerControls"/>
    <ds:schemaRef ds:uri="ffb24bc1-797d-4ea9-bd6d-ded91aeaa369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2B9717BE-5786-4C72-BCA9-7101E3DFB528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 Type Pro Text</vt:lpstr>
      <vt:lpstr>AP Type Pro Display Medium</vt:lpstr>
      <vt:lpstr>AP Type Pro Text Light</vt:lpstr>
      <vt:lpstr>Arial</vt:lpstr>
      <vt:lpstr>1_AUSTRALIAN POST Theme1</vt:lpstr>
      <vt:lpstr>think-cell Slide</vt:lpstr>
      <vt:lpstr>PowerPoint Presentation</vt:lpstr>
    </vt:vector>
  </TitlesOfParts>
  <Manager/>
  <Company>Studio Syn-RG Pty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Australian Online Shopping</dc:title>
  <dc:subject/>
  <dc:creator>Rose Yip</dc:creator>
  <cp:keywords/>
  <dc:description/>
  <cp:lastModifiedBy>Collins, Vanessa</cp:lastModifiedBy>
  <cp:revision>8</cp:revision>
  <dcterms:created xsi:type="dcterms:W3CDTF">2020-03-24T05:25:27Z</dcterms:created>
  <dcterms:modified xsi:type="dcterms:W3CDTF">2023-11-24T01:44:21Z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YNRG version">
    <vt:lpwstr>6</vt:lpwstr>
  </property>
  <property fmtid="{D5CDD505-2E9C-101B-9397-08002B2CF9AE}" pid="3" name="_NewReviewCycle">
    <vt:lpwstr/>
  </property>
  <property fmtid="{D5CDD505-2E9C-101B-9397-08002B2CF9AE}" pid="4" name="MediaServiceImageTags">
    <vt:lpwstr/>
  </property>
  <property fmtid="{D5CDD505-2E9C-101B-9397-08002B2CF9AE}" pid="5" name="ContentTypeId">
    <vt:lpwstr>0x0101001AE93DDF92DCAE479C7396ABA07ECC8F</vt:lpwstr>
  </property>
  <property fmtid="{D5CDD505-2E9C-101B-9397-08002B2CF9AE}" pid="6" name="Business Unit">
    <vt:lpwstr>625;#Retail, Brand ＆ Marketing|667049f9-7f33-4ef1-8306-3a9ffa3648d7</vt:lpwstr>
  </property>
  <property fmtid="{D5CDD505-2E9C-101B-9397-08002B2CF9AE}" pid="7" name="Team">
    <vt:lpwstr>629;#Digital Content ＆ Social Media|b943debe-b2bf-4371-bcb5-9fb38e980352</vt:lpwstr>
  </property>
  <property fmtid="{D5CDD505-2E9C-101B-9397-08002B2CF9AE}" pid="8" name="Classification">
    <vt:lpwstr>635;#Australia Post Group Internal Use Only|c0b4d801-082e-4f19-9d3b-41f6c1bd6f80</vt:lpwstr>
  </property>
  <property fmtid="{D5CDD505-2E9C-101B-9397-08002B2CF9AE}" pid="9" name="Business Unt">
    <vt:lpwstr>624;#Enterprise Brand ＆ Retail Marketing|48a2bbcf-72e7-4793-a92e-d5f4df74fcce</vt:lpwstr>
  </property>
</Properties>
</file>